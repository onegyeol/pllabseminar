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7" r:id="rId2"/>
    <p:sldId id="270" r:id="rId3"/>
    <p:sldId id="278" r:id="rId4"/>
    <p:sldId id="279" r:id="rId5"/>
    <p:sldId id="272" r:id="rId6"/>
    <p:sldId id="280" r:id="rId7"/>
    <p:sldId id="271" r:id="rId8"/>
    <p:sldId id="274" r:id="rId9"/>
    <p:sldId id="273" r:id="rId10"/>
    <p:sldId id="277" r:id="rId11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12"/>
    </p:embeddedFont>
    <p:embeddedFont>
      <p:font typeface="나눔스퀘어_ac Bold" panose="020B0600000101010101" pitchFamily="50" charset="-127"/>
      <p:bold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9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43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81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82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32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19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810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05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28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45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95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8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16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E4865FE-F6CB-AD59-1354-4B7C89A72A39}"/>
              </a:ext>
            </a:extLst>
          </p:cNvPr>
          <p:cNvSpPr txBox="1"/>
          <p:nvPr/>
        </p:nvSpPr>
        <p:spPr>
          <a:xfrm>
            <a:off x="3487270" y="1604683"/>
            <a:ext cx="521745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14</a:t>
            </a:r>
            <a:r>
              <a:rPr lang="ko-KR" altLang="en-US" sz="6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장</a:t>
            </a:r>
            <a:r>
              <a:rPr lang="en-US" altLang="ko-KR" sz="6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lang="ko-KR" altLang="en-US" sz="6000" i="1" kern="0" dirty="0" err="1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툴링</a:t>
            </a:r>
            <a:endParaRPr lang="en-US" altLang="ko-KR" sz="60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19FA9-0826-FBCE-042F-D6E60B6DB6EA}"/>
              </a:ext>
            </a:extLst>
          </p:cNvPr>
          <p:cNvSpPr txBox="1"/>
          <p:nvPr/>
        </p:nvSpPr>
        <p:spPr>
          <a:xfrm>
            <a:off x="762000" y="4078941"/>
            <a:ext cx="322729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500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디버깅</a:t>
            </a:r>
            <a:endParaRPr lang="en-US" altLang="ko-KR" sz="2500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500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테스트</a:t>
            </a:r>
            <a:endParaRPr lang="en-US" altLang="ko-KR" sz="2500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500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코드 탐색</a:t>
            </a:r>
            <a:endParaRPr lang="en-US" altLang="ko-KR" sz="2500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500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서버 모니터링</a:t>
            </a:r>
            <a:endParaRPr lang="en-US" altLang="ko-KR" sz="2500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500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소스 코드 </a:t>
            </a:r>
            <a:r>
              <a:rPr lang="ko-KR" altLang="en-US" sz="2500" kern="0" dirty="0" err="1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포맷팅</a:t>
            </a:r>
            <a:endParaRPr lang="en-US" altLang="ko-KR" sz="2500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6933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693554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ko-KR" altLang="en-US" sz="32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사용한 디버깅</a:t>
            </a:r>
            <a:endParaRPr lang="en-US" altLang="ko-KR" sz="30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엘릭서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코드 실행 중 중단점을 만나면 </a:t>
            </a:r>
            <a:r>
              <a:rPr lang="ko-KR" altLang="en-US" sz="25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디버거로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진입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EA9C3C-1C73-8C80-AF4F-FF9F5A63C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78" y="1866606"/>
            <a:ext cx="3986530" cy="47025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D80E90-B529-B9BD-EA17-C6F22717B40F}"/>
              </a:ext>
            </a:extLst>
          </p:cNvPr>
          <p:cNvSpPr txBox="1"/>
          <p:nvPr/>
        </p:nvSpPr>
        <p:spPr>
          <a:xfrm>
            <a:off x="4921131" y="2625779"/>
            <a:ext cx="69355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MIDI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파일 헤더 부분의 데이터 디코딩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데이터는 각각 형식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트랙 수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단위 시간을 나타내는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16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비트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필드 세 개로 구성되어 있음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&gt;&gt; P.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257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처럼 실행 실패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decode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함수에 제대로 된 값을 주지 못한 것으로 보임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845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69355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ko-KR" altLang="en-US" sz="32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사용한 디버깅</a:t>
            </a:r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&lt;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중단점 만드는 두가지 방법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</a:t>
            </a:r>
          </a:p>
          <a:p>
            <a:r>
              <a:rPr lang="ko-KR" altLang="en-US" sz="25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디버깅하고 싶은 위치에 함수 호출 추가</a:t>
            </a:r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</a:t>
            </a:r>
            <a:r>
              <a:rPr lang="en-US" altLang="ko-KR" sz="25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IEx.pry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함수를 사용해 소스 코드에 중단점 추가</a:t>
            </a:r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64B15F-A476-6437-6C08-BD79D25D2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79" y="2125458"/>
            <a:ext cx="3754282" cy="44368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1EAD7C-C7A1-B4BB-7AC3-40F0DBFC1A2E}"/>
              </a:ext>
            </a:extLst>
          </p:cNvPr>
          <p:cNvSpPr txBox="1"/>
          <p:nvPr/>
        </p:nvSpPr>
        <p:spPr>
          <a:xfrm>
            <a:off x="4731532" y="3654563"/>
            <a:ext cx="6935545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&gt;&gt; pry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함수는 매크로이므로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require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필요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현재 실행 중인 함수의 컨텍스트 위에서 동작하므로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binding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호출하면서 함수 내 로컬 변수에 관한 정보를 표시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division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변숫값은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120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이라는 정수인데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decode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에는 바이너리가 들어와야 하기에 오류가 난 것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308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920212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ko-KR" altLang="en-US" sz="32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사용한 디버깅</a:t>
            </a:r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&lt;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중단점 만드는 두가지 방법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</a:t>
            </a:r>
          </a:p>
          <a:p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</a:t>
            </a:r>
            <a:r>
              <a:rPr lang="en-US" altLang="ko-KR" sz="25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에서 중단점 만드는 것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(p.260)</a:t>
            </a: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break!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이용해 중단점 만들 수 있음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방법을 사용하면 코드 수정하지 않아도 됨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</a:t>
            </a:r>
            <a:r>
              <a:rPr lang="en-US" altLang="ko-KR" sz="25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에서 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break!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명령어를 사용해 퍼블릭 함수에 중단점 추가가능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pry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호출 제거하고 코드를 다시 실행한 뒤 </a:t>
            </a:r>
            <a:r>
              <a:rPr lang="en-US" altLang="ko-KR" sz="25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에서 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decode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함수에     </a:t>
            </a:r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중단점 설정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259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45819" y="532348"/>
            <a:ext cx="1065109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테스트</a:t>
            </a:r>
            <a:endParaRPr lang="en-US" altLang="ko-KR" sz="3200" b="1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주석으로 테스트 작성하기</a:t>
            </a:r>
            <a:endParaRPr lang="en-US" altLang="ko-KR" sz="3200" b="1" dirty="0">
              <a:solidFill>
                <a:schemeClr val="accent6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5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엘릭서에서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예시를 적을 때는 일반적으로 </a:t>
            </a:r>
            <a:r>
              <a:rPr lang="en-US" altLang="ko-KR" sz="25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세션에 함수를 실행한 것처럼 문서화함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 번 만들어진 문서는 잘 관리되지 않음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코드는 수정되었는데 문서는 수정되지 않는 경우 존재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en-US" altLang="ko-KR" sz="25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ExUnit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 </a:t>
            </a:r>
            <a:r>
              <a:rPr lang="en-US" altLang="ko-KR" sz="25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doctest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라는 도구를 사용하면 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@doc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내에 있는 </a:t>
            </a:r>
            <a:r>
              <a:rPr lang="en-US" altLang="ko-KR" sz="25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IEx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세션을 가져와 실행해 주석에 쓰인 결과와 실제 실행된 결과가 일치하는지 검증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199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45819" y="532348"/>
            <a:ext cx="10651092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테스트</a:t>
            </a:r>
            <a:endParaRPr lang="en-US" altLang="ko-KR" sz="3200" b="1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여러 테스트 정리하기</a:t>
            </a:r>
            <a:endParaRPr lang="en-US" altLang="ko-KR" sz="2500" b="1" dirty="0">
              <a:solidFill>
                <a:schemeClr val="accent6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 단위로 테스트하기 보다 별도의 단위로 묶어 테스트하는 편이</a:t>
            </a:r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더 좋을 때가 있음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하나의 함수에 여러 테스트가 필요할 때도 있고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여러 함수를 테스트할 때 같은 데이터를 사용하고 싶을 때도 존재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테스트 실패하면 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describe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 지정한 이름과 테스트 이름이 함께 출력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(p. 268)</a:t>
            </a: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setup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기능을 사용해 공통되는 코드를 한 곳으로 모을 수 있음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setup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함수는 각 테스트가 수행되기 전 자동으로 실행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setup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함수는 테스트 데이터를 키워드 리스트에 반환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이렇게 테스트에 사용되는 데이터를 </a:t>
            </a:r>
            <a:r>
              <a:rPr lang="ko-KR" altLang="en-US" sz="25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픽스처라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함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79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308D9C6-1085-8488-F2F2-4D2918563F19}"/>
              </a:ext>
            </a:extLst>
          </p:cNvPr>
          <p:cNvSpPr txBox="1"/>
          <p:nvPr/>
        </p:nvSpPr>
        <p:spPr>
          <a:xfrm>
            <a:off x="845819" y="532348"/>
            <a:ext cx="9841239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테스트</a:t>
            </a:r>
            <a:endParaRPr lang="en-US" altLang="ko-KR" sz="3200" b="1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속성 기반 테스트</a:t>
            </a:r>
            <a:endParaRPr lang="en-US" altLang="ko-KR" sz="2500" b="1" dirty="0">
              <a:solidFill>
                <a:schemeClr val="accent6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테스트 결과를 검증하려면 테스트할 함수가 주어진 입력에 대해 어떤 값을 반환해야 하는지 미리 알아야 함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그러나 한계 존재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함수를 테스트하는 또 다른 방법인 함수의 전반적인 속성을 테스트하는 것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테스트 하나라도 실패한다는 건 이 함수가 처리하지 못하는 경계조건을 발견했다는 것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속성기반 테스트를 적용하면 이런 오류 쉽게 찾을 수 있음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8E86D-080D-4051-2717-35BB09F16F2F}"/>
              </a:ext>
            </a:extLst>
          </p:cNvPr>
          <p:cNvSpPr txBox="1"/>
          <p:nvPr/>
        </p:nvSpPr>
        <p:spPr>
          <a:xfrm>
            <a:off x="845819" y="4460240"/>
            <a:ext cx="10021492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테스트 커버리지</a:t>
            </a:r>
            <a:endParaRPr lang="en-US" altLang="ko-KR" sz="2500" b="1" dirty="0">
              <a:solidFill>
                <a:schemeClr val="accent6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테스트 커버리지 툴을 사용해 어떤 코드가 테스트되지 않는지 확인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267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0C625CD-42C6-015F-028D-5F1CE3B8D94B}"/>
              </a:ext>
            </a:extLst>
          </p:cNvPr>
          <p:cNvSpPr txBox="1"/>
          <p:nvPr/>
        </p:nvSpPr>
        <p:spPr>
          <a:xfrm>
            <a:off x="842722" y="567695"/>
            <a:ext cx="111206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코드 의존성</a:t>
            </a:r>
            <a:endParaRPr lang="en-US" altLang="ko-KR" sz="3200" b="1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mix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프로젝트를 컴파일 할 때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소스 파일의 의존성을 분석해 수정된 파일이나 수정된 파일에 의존하는 파일들만 다시 컴파일 함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개발자도 코드 의존성을 확인할 수 있으므로 코드에 대한 이해 높일 수 있음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mix ref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명령어 사용하면 됨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3E1CF-57E4-BB80-04A4-3D60C58F916F}"/>
              </a:ext>
            </a:extLst>
          </p:cNvPr>
          <p:cNvSpPr txBox="1"/>
          <p:nvPr/>
        </p:nvSpPr>
        <p:spPr>
          <a:xfrm>
            <a:off x="842722" y="2834679"/>
            <a:ext cx="1112067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mix </a:t>
            </a:r>
            <a:r>
              <a:rPr lang="en-US" altLang="ko-KR" sz="2500" b="1" dirty="0" err="1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xref</a:t>
            </a:r>
            <a:r>
              <a:rPr lang="en-US" altLang="ko-KR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callers Mod | </a:t>
            </a:r>
            <a:r>
              <a:rPr lang="en-US" altLang="ko-KR" sz="2500" b="1" dirty="0" err="1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mod.func</a:t>
            </a:r>
            <a:r>
              <a:rPr lang="en-US" altLang="ko-KR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| </a:t>
            </a:r>
            <a:r>
              <a:rPr lang="en-US" altLang="ko-KR" sz="2500" b="1" dirty="0" err="1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mod.func</a:t>
            </a:r>
            <a:r>
              <a:rPr lang="en-US" altLang="ko-KR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/arity</a:t>
            </a: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주어진 모듈 또는 함수가 어디에서 호출되는지 확인</a:t>
            </a:r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en-US" altLang="ko-KR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mix </a:t>
            </a:r>
            <a:r>
              <a:rPr lang="en-US" altLang="ko-KR" sz="2500" b="1" dirty="0" err="1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xref</a:t>
            </a:r>
            <a:r>
              <a:rPr lang="en-US" altLang="ko-KR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graph</a:t>
            </a: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애플리케이션의 의존성 트리 출력</a:t>
            </a:r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dot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명령어를 사용해 의존성을 그래프 형식의 그림으로 나타낼 수 있음</a:t>
            </a:r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b="1" dirty="0">
              <a:solidFill>
                <a:schemeClr val="accent6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en-US" altLang="ko-KR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mix </a:t>
            </a:r>
            <a:r>
              <a:rPr lang="en-US" altLang="ko-KR" sz="2500" b="1" dirty="0" err="1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xref</a:t>
            </a:r>
            <a:r>
              <a:rPr lang="en-US" altLang="ko-KR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trace </a:t>
            </a:r>
            <a:r>
              <a:rPr lang="ko-KR" altLang="en-US" sz="2500" b="1" dirty="0">
                <a:solidFill>
                  <a:schemeClr val="accent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파일명</a:t>
            </a:r>
            <a:endParaRPr lang="en-US" altLang="ko-KR" sz="2500" b="1" dirty="0">
              <a:solidFill>
                <a:schemeClr val="accent6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해당 파일이 같은 애플리케이션 내의 다른 모듈에 의존하는 부분 모두 표시</a:t>
            </a:r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3761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45820" y="532348"/>
            <a:ext cx="94361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서버 모니터링</a:t>
            </a:r>
            <a:endParaRPr lang="en-US" altLang="ko-KR" sz="3200" b="1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얼랭은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수준 높은 서버 모니터링 툴 지원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</a:t>
            </a:r>
            <a:r>
              <a:rPr lang="en-US" altLang="ko-KR" sz="25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observer.start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()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함수를 사용하면 기본적인 시스템 정보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부하 그래프  등의 내용을 얻을 수 있음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A917CC-B342-2996-B066-87B02A24631B}"/>
              </a:ext>
            </a:extLst>
          </p:cNvPr>
          <p:cNvSpPr txBox="1"/>
          <p:nvPr/>
        </p:nvSpPr>
        <p:spPr>
          <a:xfrm>
            <a:off x="845821" y="3041317"/>
            <a:ext cx="7861299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소스 코드 </a:t>
            </a:r>
            <a:r>
              <a:rPr lang="ko-KR" altLang="en-US" sz="3200" b="1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포맷팅</a:t>
            </a:r>
            <a:endParaRPr lang="en-US" altLang="ko-KR" sz="3200" b="1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mix format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명령 하나로 한 파일만 </a:t>
            </a:r>
            <a:r>
              <a:rPr lang="ko-KR" altLang="en-US" sz="25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포맷팅하거나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특정</a:t>
            </a:r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디렉터리 아래의 파일 또는 전체 프로젝트에도 수행 가능함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mix help format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을 실행해 더 자세한 정보 알 수 있음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여분의 공백을 지움</a:t>
            </a:r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마지막 쉼표 제거</a:t>
            </a:r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줄 끝에 이어지는 주석 허용 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X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(p. 285)</a:t>
            </a:r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4396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3370999" y="2938372"/>
            <a:ext cx="7549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2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감사합니다🙂</a:t>
            </a:r>
            <a:endParaRPr lang="ko-KR" altLang="en-US" sz="7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17640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2366</TotalTime>
  <Words>629</Words>
  <Application>Microsoft Office PowerPoint</Application>
  <PresentationFormat>와이드스크린</PresentationFormat>
  <Paragraphs>103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나눔스퀘어 ExtraBold</vt:lpstr>
      <vt:lpstr>나눔스퀘어_ac Bold</vt:lpstr>
      <vt:lpstr>맑은 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최 한결</cp:lastModifiedBy>
  <cp:revision>44</cp:revision>
  <dcterms:created xsi:type="dcterms:W3CDTF">2022-05-16T14:54:44Z</dcterms:created>
  <dcterms:modified xsi:type="dcterms:W3CDTF">2022-11-20T10:51:58Z</dcterms:modified>
</cp:coreProperties>
</file>