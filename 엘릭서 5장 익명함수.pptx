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70" r:id="rId3"/>
    <p:sldId id="271" r:id="rId4"/>
    <p:sldId id="272" r:id="rId5"/>
    <p:sldId id="274" r:id="rId6"/>
    <p:sldId id="273" r:id="rId7"/>
    <p:sldId id="275" r:id="rId8"/>
    <p:sldId id="276" r:id="rId9"/>
    <p:sldId id="277" r:id="rId10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9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43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81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82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32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19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810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5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28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45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95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2022-10-11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16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54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-KR" altLang="en-US" sz="54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장</a:t>
            </a:r>
            <a:r>
              <a:rPr lang="en-US" altLang="ko-KR" sz="54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lang="ko-KR" altLang="en-US" sz="5400" i="1" kern="0" dirty="0">
                <a:solidFill>
                  <a:srgbClr val="44546A">
                    <a:lumMod val="75000"/>
                  </a:srgb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익명함수</a:t>
            </a: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693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5019E1BB-B80E-D584-03B8-E8664E264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29" y="2375285"/>
            <a:ext cx="8361831" cy="14669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20" y="532348"/>
            <a:ext cx="64185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fn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…end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통해 익명함수 만들 수 있음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기호를 통해 파라미터 목록과 함수 본문 구분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온점을 통해 사용할 함수 호출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기명 함수를 호출할 때는 온점 사용하지 않음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845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05180" y="420588"/>
            <a:ext cx="641858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연습문제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A14AB5-FBCF-6D12-12AC-8FAA16138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81" y="2884371"/>
            <a:ext cx="7071372" cy="13754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3D2A4F-1A08-0785-3E53-1C659DEA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81" y="4871328"/>
            <a:ext cx="8506199" cy="114707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47370C2-632A-F610-3F06-5C601E1C6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81" y="1041571"/>
            <a:ext cx="11266226" cy="1231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C1D039-F8AB-AEFD-7B53-0AAE7F0C4DA6}"/>
              </a:ext>
            </a:extLst>
          </p:cNvPr>
          <p:cNvSpPr txBox="1"/>
          <p:nvPr/>
        </p:nvSpPr>
        <p:spPr>
          <a:xfrm>
            <a:off x="571581" y="4266081"/>
            <a:ext cx="641858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각 파라미터 더해서 출력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289BE-3CFB-48B2-ADFB-2B612B879548}"/>
              </a:ext>
            </a:extLst>
          </p:cNvPr>
          <p:cNvSpPr txBox="1"/>
          <p:nvPr/>
        </p:nvSpPr>
        <p:spPr>
          <a:xfrm>
            <a:off x="571581" y="2259535"/>
            <a:ext cx="641858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각 파라미터 연결돼서 출력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2AC6C-E0F0-7121-FB52-F61AC6162968}"/>
              </a:ext>
            </a:extLst>
          </p:cNvPr>
          <p:cNvSpPr txBox="1"/>
          <p:nvPr/>
        </p:nvSpPr>
        <p:spPr>
          <a:xfrm>
            <a:off x="566705" y="6013476"/>
            <a:ext cx="641858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500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튜플을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리스트로 출력</a:t>
            </a:r>
          </a:p>
        </p:txBody>
      </p:sp>
    </p:spTree>
    <p:extLst>
      <p:ext uri="{BB962C8B-B14F-4D97-AF65-F5344CB8AC3E}">
        <p14:creationId xmlns:p14="http://schemas.microsoft.com/office/powerpoint/2010/main" val="73267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19" y="532348"/>
            <a:ext cx="88040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함수는 하나</a:t>
            </a:r>
            <a:r>
              <a:rPr lang="en-US" altLang="ko-KR" sz="25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5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본문은 여러 개</a:t>
            </a:r>
            <a:endParaRPr lang="en-US" altLang="ko-KR" sz="25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 하나를 만들더라도 인자의 타입과 내용에 따라</a:t>
            </a:r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여러 개 구현 가능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endParaRPr lang="en-US" altLang="ko-KR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ko-KR" altLang="en-US" sz="2500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함수를 반환하는 함수</a:t>
            </a:r>
            <a:endParaRPr lang="en-US" altLang="ko-KR" sz="2500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fun1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변수에 함수가 바인딩 되어있음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 함수는 파라미터를 받지 않고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,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그 안에 다른 함수 정의만을 포함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괄호를 사용해 내부 함수 뚜렷하게 나타낼 수도 있음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C747CA-E75A-5FB1-3819-5C708DAD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3876040"/>
            <a:ext cx="7404387" cy="202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9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33F644EB-D39F-AC76-BEC3-20943D2CA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53" y="532348"/>
            <a:ext cx="9501346" cy="185170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72DDAF8-C508-F0E8-6EE2-C6B73201F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53" y="3780036"/>
            <a:ext cx="7235556" cy="2647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C625CD-42C6-015F-028D-5F1CE3B8D94B}"/>
              </a:ext>
            </a:extLst>
          </p:cNvPr>
          <p:cNvSpPr txBox="1"/>
          <p:nvPr/>
        </p:nvSpPr>
        <p:spPr>
          <a:xfrm>
            <a:off x="733852" y="2458795"/>
            <a:ext cx="820694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외부 함수가 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name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파라미터를 받음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외부 함수 호출 후 내부 함수의 정의 반환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</a:p>
          <a:p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    </a:t>
            </a:r>
            <a:r>
              <a:rPr lang="ko-KR" altLang="en-US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내부 함수 호출 후 이름이 문자열로 대체되어 인사말 표시</a:t>
            </a:r>
            <a:r>
              <a:rPr lang="en-US" altLang="ko-KR" sz="25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376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20" y="532348"/>
            <a:ext cx="75494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함수를 인자로 전달하기</a:t>
            </a:r>
            <a:endParaRPr lang="en-US" altLang="ko-KR" sz="25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2C443B-9038-27CA-B824-30DD44EF2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242534"/>
            <a:ext cx="6908282" cy="16429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F31FDA5-8384-7015-F417-A499FFFB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268926"/>
            <a:ext cx="6338165" cy="202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9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20" y="532348"/>
            <a:ext cx="754941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 </a:t>
            </a:r>
            <a:r>
              <a:rPr lang="ko-KR" altLang="en-US" sz="25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표기법</a:t>
            </a:r>
            <a:endParaRPr lang="en-US" altLang="ko-KR" sz="2500" b="1" dirty="0">
              <a:solidFill>
                <a:srgbClr val="129863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연산자는 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&amp;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기호 뒤에 나오는 표현식을 함수로 변환</a:t>
            </a:r>
            <a:endParaRPr lang="en-US" altLang="ko-KR" sz="2500" b="1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D71037-2B0C-B6BA-25B9-0D7E02855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085002"/>
            <a:ext cx="6770524" cy="316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5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845820" y="532348"/>
            <a:ext cx="75494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연습문제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78DFA5-A440-2462-803B-878E50D0D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1" y="1302119"/>
            <a:ext cx="6977380" cy="6223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14F5CC-A4CF-2153-6AFC-6731886A9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964260"/>
            <a:ext cx="8160625" cy="17932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21227A-5367-DEDF-59A9-406114111E63}"/>
              </a:ext>
            </a:extLst>
          </p:cNvPr>
          <p:cNvSpPr txBox="1"/>
          <p:nvPr/>
        </p:nvSpPr>
        <p:spPr>
          <a:xfrm>
            <a:off x="754380" y="1924514"/>
            <a:ext cx="75494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 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각 파라미터에 </a:t>
            </a:r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+2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값 출력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3A25E4-A1EB-0291-3CD0-AC34C952BAFE}"/>
              </a:ext>
            </a:extLst>
          </p:cNvPr>
          <p:cNvSpPr txBox="1"/>
          <p:nvPr/>
        </p:nvSpPr>
        <p:spPr>
          <a:xfrm>
            <a:off x="754380" y="4908226"/>
            <a:ext cx="75494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-&gt;</a:t>
            </a:r>
            <a:r>
              <a:rPr lang="ko-KR" altLang="en-US" sz="25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각 파라미터 </a:t>
            </a:r>
            <a:endParaRPr lang="ko-KR" altLang="en-US" sz="25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8918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98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위쪽 모서리 5">
            <a:extLst>
              <a:ext uri="{FF2B5EF4-FFF2-40B4-BE49-F238E27FC236}">
                <a16:creationId xmlns:a16="http://schemas.microsoft.com/office/drawing/2014/main" id="{C9539F4B-61C9-233F-0244-FE0677CE7C62}"/>
              </a:ext>
            </a:extLst>
          </p:cNvPr>
          <p:cNvSpPr/>
          <p:nvPr/>
        </p:nvSpPr>
        <p:spPr>
          <a:xfrm>
            <a:off x="228600" y="219075"/>
            <a:ext cx="11734800" cy="6638925"/>
          </a:xfrm>
          <a:prstGeom prst="round2SameRect">
            <a:avLst>
              <a:gd name="adj1" fmla="val 27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397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0" rtlCol="0" anchor="t"/>
          <a:lstStyle/>
          <a:p>
            <a:pPr algn="ctr" latinLnBrk="0">
              <a:lnSpc>
                <a:spcPct val="150000"/>
              </a:lnSpc>
              <a:defRPr/>
            </a:pPr>
            <a:endParaRPr lang="en-US" altLang="ko-KR" sz="5400" i="1" kern="0" dirty="0">
              <a:solidFill>
                <a:srgbClr val="44546A">
                  <a:lumMod val="75000"/>
                </a:srgbClr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83D6AA-B068-60C3-B770-077D6327BDB3}"/>
              </a:ext>
            </a:extLst>
          </p:cNvPr>
          <p:cNvGrpSpPr/>
          <p:nvPr/>
        </p:nvGrpSpPr>
        <p:grpSpPr>
          <a:xfrm>
            <a:off x="10116388" y="363071"/>
            <a:ext cx="1550689" cy="169277"/>
            <a:chOff x="9512757" y="369386"/>
            <a:chExt cx="2051714" cy="223970"/>
          </a:xfrm>
          <a:solidFill>
            <a:schemeClr val="bg1"/>
          </a:solidFill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647AD3CA-9467-564C-629F-9A3C972342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750964" y="406846"/>
              <a:ext cx="132372" cy="140525"/>
              <a:chOff x="4594" y="900"/>
              <a:chExt cx="276" cy="293"/>
            </a:xfrm>
            <a:grpFill/>
          </p:grpSpPr>
          <p:sp>
            <p:nvSpPr>
              <p:cNvPr id="20" name="Freeform 9">
                <a:extLst>
                  <a:ext uri="{FF2B5EF4-FFF2-40B4-BE49-F238E27FC236}">
                    <a16:creationId xmlns:a16="http://schemas.microsoft.com/office/drawing/2014/main" id="{3D4A8947-B1A4-8148-601B-1A6D53A50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1" name="Freeform 10">
                <a:extLst>
                  <a:ext uri="{FF2B5EF4-FFF2-40B4-BE49-F238E27FC236}">
                    <a16:creationId xmlns:a16="http://schemas.microsoft.com/office/drawing/2014/main" id="{0BB7F733-63F5-4F68-CE77-A264B6C0A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92C9FC96-10E2-C2A6-32A3-DBE2A9332F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DE4CF21D-E416-9288-1555-D3BB123875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grpSp>
          <p:nvGrpSpPr>
            <p:cNvPr id="12" name="Group 19">
              <a:extLst>
                <a:ext uri="{FF2B5EF4-FFF2-40B4-BE49-F238E27FC236}">
                  <a16:creationId xmlns:a16="http://schemas.microsoft.com/office/drawing/2014/main" id="{37BAA41E-1735-A205-83BD-8D3EBB6AD2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506302" y="406846"/>
              <a:ext cx="140525" cy="140525"/>
              <a:chOff x="1747" y="423"/>
              <a:chExt cx="575" cy="575"/>
            </a:xfrm>
            <a:grpFill/>
          </p:grpSpPr>
          <p:sp>
            <p:nvSpPr>
              <p:cNvPr id="17" name="Freeform 20">
                <a:extLst>
                  <a:ext uri="{FF2B5EF4-FFF2-40B4-BE49-F238E27FC236}">
                    <a16:creationId xmlns:a16="http://schemas.microsoft.com/office/drawing/2014/main" id="{BE63A96E-ECEA-FFCD-E805-BAACF0F942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8" name="Freeform 21">
                <a:extLst>
                  <a:ext uri="{FF2B5EF4-FFF2-40B4-BE49-F238E27FC236}">
                    <a16:creationId xmlns:a16="http://schemas.microsoft.com/office/drawing/2014/main" id="{6B23AB05-AA70-DE94-695B-2C16C6663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  <p:sp>
            <p:nvSpPr>
              <p:cNvPr id="19" name="Freeform 22">
                <a:extLst>
                  <a:ext uri="{FF2B5EF4-FFF2-40B4-BE49-F238E27FC236}">
                    <a16:creationId xmlns:a16="http://schemas.microsoft.com/office/drawing/2014/main" id="{A0285325-AA8D-FF3C-97C9-ACDC1F01CB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  <p:sp>
          <p:nvSpPr>
            <p:cNvPr id="13" name="Freeform 30">
              <a:extLst>
                <a:ext uri="{FF2B5EF4-FFF2-40B4-BE49-F238E27FC236}">
                  <a16:creationId xmlns:a16="http://schemas.microsoft.com/office/drawing/2014/main" id="{3B102EB9-C000-F076-87F7-8CDF4124A8F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360858" y="343758"/>
              <a:ext cx="140525" cy="266701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686A17-4267-9B7C-E440-6D0E4B09818B}"/>
                </a:ext>
              </a:extLst>
            </p:cNvPr>
            <p:cNvSpPr/>
            <p:nvPr/>
          </p:nvSpPr>
          <p:spPr>
            <a:xfrm>
              <a:off x="10885020" y="369386"/>
              <a:ext cx="454304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15" name="Freeform 26">
              <a:extLst>
                <a:ext uri="{FF2B5EF4-FFF2-40B4-BE49-F238E27FC236}">
                  <a16:creationId xmlns:a16="http://schemas.microsoft.com/office/drawing/2014/main" id="{0336BE36-0CE4-02D5-A6BE-602A0F436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12196" y="406846"/>
              <a:ext cx="179805" cy="140525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5728CC2-87C5-5FA4-7E7C-CA5CC69B18F1}"/>
                </a:ext>
              </a:extLst>
            </p:cNvPr>
            <p:cNvSpPr/>
            <p:nvPr/>
          </p:nvSpPr>
          <p:spPr>
            <a:xfrm>
              <a:off x="9512757" y="369386"/>
              <a:ext cx="693969" cy="22397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4E54ADC-CF49-F8FE-7C89-41EC6421E39A}"/>
              </a:ext>
            </a:extLst>
          </p:cNvPr>
          <p:cNvSpPr txBox="1"/>
          <p:nvPr/>
        </p:nvSpPr>
        <p:spPr>
          <a:xfrm>
            <a:off x="3370999" y="2938372"/>
            <a:ext cx="7549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b="1" dirty="0">
                <a:solidFill>
                  <a:srgbClr val="129863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감사합니다🙂</a:t>
            </a:r>
            <a:endParaRPr lang="ko-KR" altLang="en-US" sz="72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7640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182</Words>
  <Application>Microsoft Office PowerPoint</Application>
  <PresentationFormat>와이드스크린</PresentationFormat>
  <Paragraphs>45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맑은 고딕</vt:lpstr>
      <vt:lpstr>나눔스퀘어 ExtraBold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최 한결</cp:lastModifiedBy>
  <cp:revision>18</cp:revision>
  <dcterms:created xsi:type="dcterms:W3CDTF">2022-05-16T14:54:44Z</dcterms:created>
  <dcterms:modified xsi:type="dcterms:W3CDTF">2022-10-11T16:02:37Z</dcterms:modified>
</cp:coreProperties>
</file>