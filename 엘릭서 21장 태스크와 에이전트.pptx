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sldIdLst>
    <p:sldId id="257" r:id="rId2"/>
    <p:sldId id="270" r:id="rId3"/>
    <p:sldId id="281" r:id="rId4"/>
    <p:sldId id="283" r:id="rId5"/>
    <p:sldId id="277" r:id="rId6"/>
  </p:sldIdLst>
  <p:sldSz cx="12192000" cy="6858000"/>
  <p:notesSz cx="6858000" cy="9144000"/>
  <p:embeddedFontLst>
    <p:embeddedFont>
      <p:font typeface="나눔스퀘어 ExtraBold" panose="020B0600000101010101" pitchFamily="50" charset="-127"/>
      <p:bold r:id="rId7"/>
    </p:embeddedFont>
    <p:embeddedFont>
      <p:font typeface="맑은 고딕" panose="020B0503020000020004" pitchFamily="50" charset="-127"/>
      <p:regular r:id="rId8"/>
      <p:bold r:id="rId9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98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85" d="100"/>
          <a:sy n="85" d="100"/>
        </p:scale>
        <p:origin x="36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1586BD-0F56-465E-90DD-4F7EB5C22C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62D75AF-8D7E-477A-B06A-773B54B18A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2D08B3-A9A6-4CA5-94A5-60BE4193B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2022-11-30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5B2C64-F6D0-4564-A934-9F517F7C4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881C62-2657-4643-9CC9-89D68799A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1432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9BCD5E-CF2F-45CD-A1C5-FACE037AE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340CAA-7987-4F30-B10A-034CDBA23A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8DEE94-B9EB-437B-B87B-4D6343955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2022-11-30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C7A974-A07A-49C2-B147-F6EC85053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4EDD24-940C-445F-B974-623173FA1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3812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55FC26-2554-4ACE-AD62-BF4C0D150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5F7A203-776E-48E1-8F52-E0C0617239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2283AA-0163-40C4-BD15-4B5D9779A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2022-11-30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A8905D-720A-4884-BF88-251296BD5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1F5B7E-479B-4C2C-9C2F-FC3D3BAF2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982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78C707-FFC8-4A24-BA23-EF9EC4467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160DF4-3AB1-42B3-8971-B823E5CB29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B6BFC4C-B0FA-4F91-8D27-3D1AF4C2C7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2FAC31B-12B8-44B6-A9E9-8F967BCFB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2022-11-30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FFAD4C5-4E96-46C0-9033-3CF48A722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8F5A243-79AB-498E-9F6B-C0EA9EA19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3324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839153-E8CD-49CF-A352-CE2C89DD0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D2D86D-B04B-4F6E-8B70-CEEE8EE74D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ADF040F-70C5-4670-BDE4-017C92D5B3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02EE54B-8A53-409D-B09E-64BD2F952B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2B72209-6EC7-4418-A78D-417AB466F5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F99256C-B33C-4980-B58A-185F1B508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2022-11-30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0D41821-F2CE-4C29-8132-70323EDD6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8C219DB-B597-4742-98CD-2CAE4BE50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8190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6D106D-5995-4C96-A34B-80776AE9E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FF2DA30-6E46-4781-A24E-22BEFDC93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2022-11-30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6E6DFE5-8E83-400E-805F-69D1FE731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DD16593-628A-472D-A9C3-C41BD8886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7810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9B1C4D2-3722-4C1D-B0E4-3ABC0DA4C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2022-11-30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3A393B7-AE11-4029-9D65-0BDEFB02D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9F3B94-79EC-477D-B625-FF12E8701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5053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D40AC1-6795-4CA4-8863-90C130E9F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AA3D37-5CDD-4F3C-8395-110B381166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E09C48F-85AB-4E64-BEFA-3A18C6A9F9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6C7D03F-6B67-4E51-B669-6A0E67E1E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2022-11-30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5481C9-7778-4E3B-A752-9007B5C85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C20EB4-E727-4E37-91E3-2D601E7FF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4281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0C0D57-3EBF-4D7D-9103-029D562A3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925C662-F8E6-4896-9E6B-19D16B2099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7ED9F6B-4286-432D-A5CB-100E7F7765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BAD39F7-71D8-4D10-B6E7-04E0D95EB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2022-11-30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43C73A8-E25B-4949-B956-80A5EC260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77CE8D1-E11F-4E87-B585-E1E5C9463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5455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98AADC-F389-4BCD-9E52-49B7E6490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1A3D60F-143D-47A7-90DD-8D2052D74E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D2913F-34A8-4E19-BE54-298D842C8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2022-11-30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6ADB15-0821-4678-8A84-0615C9618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5E1647-A311-42C8-900F-03252A535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9950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42E21EA-AC61-43C5-AA22-71763E0491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ED08377-D434-4883-933D-05403373BC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6BEFAE-52A5-4771-A24E-66D37EDBF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2022-11-30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7F5FDAD-E360-45AB-9254-5D5A1437A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79758A-1063-49CC-A47B-5A24925A9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681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718C337-9B27-40D3-A9B2-4005EE7EA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69189F-28A1-4057-8CE9-3B76810BF9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F256D8-7BB6-49E2-954E-EF9E05DBF8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2022-11-30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38B22D-A8A6-4CDF-89EF-E670765EC8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BBC4C3-52FC-436A-A3AE-F6A5F52B66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3162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98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위쪽 모서리 5">
            <a:extLst>
              <a:ext uri="{FF2B5EF4-FFF2-40B4-BE49-F238E27FC236}">
                <a16:creationId xmlns:a16="http://schemas.microsoft.com/office/drawing/2014/main" id="{C9539F4B-61C9-233F-0244-FE0677CE7C62}"/>
              </a:ext>
            </a:extLst>
          </p:cNvPr>
          <p:cNvSpPr/>
          <p:nvPr/>
        </p:nvSpPr>
        <p:spPr>
          <a:xfrm>
            <a:off x="228600" y="219075"/>
            <a:ext cx="11734800" cy="6638925"/>
          </a:xfrm>
          <a:prstGeom prst="round2SameRect">
            <a:avLst>
              <a:gd name="adj1" fmla="val 275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39700" dist="38100" dir="16200000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0" rtlCol="0" anchor="t"/>
          <a:lstStyle/>
          <a:p>
            <a:pPr algn="ctr" latinLnBrk="0">
              <a:lnSpc>
                <a:spcPct val="150000"/>
              </a:lnSpc>
              <a:defRPr/>
            </a:pPr>
            <a:endParaRPr lang="en-US" altLang="ko-KR" sz="5400" i="1" kern="0" dirty="0">
              <a:solidFill>
                <a:srgbClr val="44546A">
                  <a:lumMod val="75000"/>
                </a:srgb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algn="ctr" latinLnBrk="0">
              <a:lnSpc>
                <a:spcPct val="150000"/>
              </a:lnSpc>
              <a:defRPr/>
            </a:pPr>
            <a:endParaRPr lang="en-US" altLang="ko-KR" sz="5400" i="1" kern="0" dirty="0">
              <a:solidFill>
                <a:srgbClr val="44546A">
                  <a:lumMod val="75000"/>
                </a:srgb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983D6AA-B068-60C3-B770-077D6327BDB3}"/>
              </a:ext>
            </a:extLst>
          </p:cNvPr>
          <p:cNvGrpSpPr/>
          <p:nvPr/>
        </p:nvGrpSpPr>
        <p:grpSpPr>
          <a:xfrm>
            <a:off x="10116388" y="363071"/>
            <a:ext cx="1550689" cy="169277"/>
            <a:chOff x="9512757" y="369386"/>
            <a:chExt cx="2051714" cy="223970"/>
          </a:xfrm>
          <a:solidFill>
            <a:schemeClr val="bg1"/>
          </a:solidFill>
        </p:grpSpPr>
        <p:grpSp>
          <p:nvGrpSpPr>
            <p:cNvPr id="11" name="Group 8">
              <a:extLst>
                <a:ext uri="{FF2B5EF4-FFF2-40B4-BE49-F238E27FC236}">
                  <a16:creationId xmlns:a16="http://schemas.microsoft.com/office/drawing/2014/main" id="{647AD3CA-9467-564C-629F-9A3C972342E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750964" y="406846"/>
              <a:ext cx="132372" cy="140525"/>
              <a:chOff x="4594" y="900"/>
              <a:chExt cx="276" cy="293"/>
            </a:xfrm>
            <a:grpFill/>
          </p:grpSpPr>
          <p:sp>
            <p:nvSpPr>
              <p:cNvPr id="20" name="Freeform 9">
                <a:extLst>
                  <a:ext uri="{FF2B5EF4-FFF2-40B4-BE49-F238E27FC236}">
                    <a16:creationId xmlns:a16="http://schemas.microsoft.com/office/drawing/2014/main" id="{3D4A8947-B1A4-8148-601B-1A6D53A509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1" name="Freeform 10">
                <a:extLst>
                  <a:ext uri="{FF2B5EF4-FFF2-40B4-BE49-F238E27FC236}">
                    <a16:creationId xmlns:a16="http://schemas.microsoft.com/office/drawing/2014/main" id="{0BB7F733-63F5-4F68-CE77-A264B6C0A3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2" name="Freeform 11">
                <a:extLst>
                  <a:ext uri="{FF2B5EF4-FFF2-40B4-BE49-F238E27FC236}">
                    <a16:creationId xmlns:a16="http://schemas.microsoft.com/office/drawing/2014/main" id="{92C9FC96-10E2-C2A6-32A3-DBE2A9332F6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3" name="Freeform 12">
                <a:extLst>
                  <a:ext uri="{FF2B5EF4-FFF2-40B4-BE49-F238E27FC236}">
                    <a16:creationId xmlns:a16="http://schemas.microsoft.com/office/drawing/2014/main" id="{DE4CF21D-E416-9288-1555-D3BB123875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</p:grpSp>
        <p:grpSp>
          <p:nvGrpSpPr>
            <p:cNvPr id="12" name="Group 19">
              <a:extLst>
                <a:ext uri="{FF2B5EF4-FFF2-40B4-BE49-F238E27FC236}">
                  <a16:creationId xmlns:a16="http://schemas.microsoft.com/office/drawing/2014/main" id="{37BAA41E-1735-A205-83BD-8D3EBB6AD20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506302" y="406846"/>
              <a:ext cx="140525" cy="140525"/>
              <a:chOff x="1747" y="423"/>
              <a:chExt cx="575" cy="575"/>
            </a:xfrm>
            <a:grpFill/>
          </p:grpSpPr>
          <p:sp>
            <p:nvSpPr>
              <p:cNvPr id="17" name="Freeform 20">
                <a:extLst>
                  <a:ext uri="{FF2B5EF4-FFF2-40B4-BE49-F238E27FC236}">
                    <a16:creationId xmlns:a16="http://schemas.microsoft.com/office/drawing/2014/main" id="{BE63A96E-ECEA-FFCD-E805-BAACF0F9424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18" name="Freeform 21">
                <a:extLst>
                  <a:ext uri="{FF2B5EF4-FFF2-40B4-BE49-F238E27FC236}">
                    <a16:creationId xmlns:a16="http://schemas.microsoft.com/office/drawing/2014/main" id="{6B23AB05-AA70-DE94-695B-2C16C66634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19" name="Freeform 22">
                <a:extLst>
                  <a:ext uri="{FF2B5EF4-FFF2-40B4-BE49-F238E27FC236}">
                    <a16:creationId xmlns:a16="http://schemas.microsoft.com/office/drawing/2014/main" id="{A0285325-AA8D-FF3C-97C9-ACDC1F01CB7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</p:grpSp>
        <p:sp>
          <p:nvSpPr>
            <p:cNvPr id="13" name="Freeform 30">
              <a:extLst>
                <a:ext uri="{FF2B5EF4-FFF2-40B4-BE49-F238E27FC236}">
                  <a16:creationId xmlns:a16="http://schemas.microsoft.com/office/drawing/2014/main" id="{3B102EB9-C000-F076-87F7-8CDF4124A8FF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360858" y="343758"/>
              <a:ext cx="140525" cy="266701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10686A17-4267-9B7C-E440-6D0E4B09818B}"/>
                </a:ext>
              </a:extLst>
            </p:cNvPr>
            <p:cNvSpPr/>
            <p:nvPr/>
          </p:nvSpPr>
          <p:spPr>
            <a:xfrm>
              <a:off x="10885020" y="369386"/>
              <a:ext cx="454304" cy="22397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15" name="Freeform 26">
              <a:extLst>
                <a:ext uri="{FF2B5EF4-FFF2-40B4-BE49-F238E27FC236}">
                  <a16:creationId xmlns:a16="http://schemas.microsoft.com/office/drawing/2014/main" id="{0336BE36-0CE4-02D5-A6BE-602A0F436F6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212196" y="406846"/>
              <a:ext cx="179805" cy="140525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35728CC2-87C5-5FA4-7E7C-CA5CC69B18F1}"/>
                </a:ext>
              </a:extLst>
            </p:cNvPr>
            <p:cNvSpPr/>
            <p:nvPr/>
          </p:nvSpPr>
          <p:spPr>
            <a:xfrm>
              <a:off x="9512757" y="369386"/>
              <a:ext cx="693969" cy="22397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E4865FE-F6CB-AD59-1354-4B7C89A72A39}"/>
              </a:ext>
            </a:extLst>
          </p:cNvPr>
          <p:cNvSpPr txBox="1"/>
          <p:nvPr/>
        </p:nvSpPr>
        <p:spPr>
          <a:xfrm>
            <a:off x="1837765" y="1604683"/>
            <a:ext cx="8588187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0" i="1" kern="0" dirty="0">
                <a:solidFill>
                  <a:srgbClr val="44546A">
                    <a:lumMod val="75000"/>
                  </a:srgb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21</a:t>
            </a:r>
            <a:r>
              <a:rPr lang="ko-KR" altLang="en-US" sz="6000" i="1" kern="0" dirty="0">
                <a:solidFill>
                  <a:srgbClr val="44546A">
                    <a:lumMod val="75000"/>
                  </a:srgb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장</a:t>
            </a:r>
            <a:r>
              <a:rPr lang="en-US" altLang="ko-KR" sz="6000" i="1" kern="0" dirty="0">
                <a:solidFill>
                  <a:srgbClr val="44546A">
                    <a:lumMod val="75000"/>
                  </a:srgb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) </a:t>
            </a:r>
            <a:r>
              <a:rPr lang="ko-KR" altLang="en-US" sz="6000" i="1" kern="0" dirty="0">
                <a:solidFill>
                  <a:srgbClr val="44546A">
                    <a:lumMod val="75000"/>
                  </a:srgb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태스크와 에이전트</a:t>
            </a:r>
            <a:endParaRPr lang="en-US" altLang="ko-KR" sz="6000" i="1" kern="0" dirty="0">
              <a:solidFill>
                <a:srgbClr val="44546A">
                  <a:lumMod val="75000"/>
                </a:srgb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369336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98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위쪽 모서리 5">
            <a:extLst>
              <a:ext uri="{FF2B5EF4-FFF2-40B4-BE49-F238E27FC236}">
                <a16:creationId xmlns:a16="http://schemas.microsoft.com/office/drawing/2014/main" id="{C9539F4B-61C9-233F-0244-FE0677CE7C62}"/>
              </a:ext>
            </a:extLst>
          </p:cNvPr>
          <p:cNvSpPr/>
          <p:nvPr/>
        </p:nvSpPr>
        <p:spPr>
          <a:xfrm>
            <a:off x="228600" y="219075"/>
            <a:ext cx="11734800" cy="6638925"/>
          </a:xfrm>
          <a:prstGeom prst="round2SameRect">
            <a:avLst>
              <a:gd name="adj1" fmla="val 275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39700" dist="38100" dir="16200000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0" rtlCol="0" anchor="t"/>
          <a:lstStyle/>
          <a:p>
            <a:pPr algn="ctr" latinLnBrk="0">
              <a:lnSpc>
                <a:spcPct val="150000"/>
              </a:lnSpc>
              <a:defRPr/>
            </a:pPr>
            <a:endParaRPr lang="en-US" altLang="ko-KR" sz="5400" i="1" kern="0" dirty="0">
              <a:solidFill>
                <a:srgbClr val="44546A">
                  <a:lumMod val="75000"/>
                </a:srgb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983D6AA-B068-60C3-B770-077D6327BDB3}"/>
              </a:ext>
            </a:extLst>
          </p:cNvPr>
          <p:cNvGrpSpPr/>
          <p:nvPr/>
        </p:nvGrpSpPr>
        <p:grpSpPr>
          <a:xfrm>
            <a:off x="10116388" y="363071"/>
            <a:ext cx="1550689" cy="169277"/>
            <a:chOff x="9512757" y="369386"/>
            <a:chExt cx="2051714" cy="223970"/>
          </a:xfrm>
          <a:solidFill>
            <a:schemeClr val="bg1"/>
          </a:solidFill>
        </p:grpSpPr>
        <p:grpSp>
          <p:nvGrpSpPr>
            <p:cNvPr id="11" name="Group 8">
              <a:extLst>
                <a:ext uri="{FF2B5EF4-FFF2-40B4-BE49-F238E27FC236}">
                  <a16:creationId xmlns:a16="http://schemas.microsoft.com/office/drawing/2014/main" id="{647AD3CA-9467-564C-629F-9A3C972342E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750964" y="406846"/>
              <a:ext cx="132372" cy="140525"/>
              <a:chOff x="4594" y="900"/>
              <a:chExt cx="276" cy="293"/>
            </a:xfrm>
            <a:grpFill/>
          </p:grpSpPr>
          <p:sp>
            <p:nvSpPr>
              <p:cNvPr id="20" name="Freeform 9">
                <a:extLst>
                  <a:ext uri="{FF2B5EF4-FFF2-40B4-BE49-F238E27FC236}">
                    <a16:creationId xmlns:a16="http://schemas.microsoft.com/office/drawing/2014/main" id="{3D4A8947-B1A4-8148-601B-1A6D53A509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1" name="Freeform 10">
                <a:extLst>
                  <a:ext uri="{FF2B5EF4-FFF2-40B4-BE49-F238E27FC236}">
                    <a16:creationId xmlns:a16="http://schemas.microsoft.com/office/drawing/2014/main" id="{0BB7F733-63F5-4F68-CE77-A264B6C0A3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2" name="Freeform 11">
                <a:extLst>
                  <a:ext uri="{FF2B5EF4-FFF2-40B4-BE49-F238E27FC236}">
                    <a16:creationId xmlns:a16="http://schemas.microsoft.com/office/drawing/2014/main" id="{92C9FC96-10E2-C2A6-32A3-DBE2A9332F6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3" name="Freeform 12">
                <a:extLst>
                  <a:ext uri="{FF2B5EF4-FFF2-40B4-BE49-F238E27FC236}">
                    <a16:creationId xmlns:a16="http://schemas.microsoft.com/office/drawing/2014/main" id="{DE4CF21D-E416-9288-1555-D3BB123875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</p:grpSp>
        <p:grpSp>
          <p:nvGrpSpPr>
            <p:cNvPr id="12" name="Group 19">
              <a:extLst>
                <a:ext uri="{FF2B5EF4-FFF2-40B4-BE49-F238E27FC236}">
                  <a16:creationId xmlns:a16="http://schemas.microsoft.com/office/drawing/2014/main" id="{37BAA41E-1735-A205-83BD-8D3EBB6AD20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506302" y="406846"/>
              <a:ext cx="140525" cy="140525"/>
              <a:chOff x="1747" y="423"/>
              <a:chExt cx="575" cy="575"/>
            </a:xfrm>
            <a:grpFill/>
          </p:grpSpPr>
          <p:sp>
            <p:nvSpPr>
              <p:cNvPr id="17" name="Freeform 20">
                <a:extLst>
                  <a:ext uri="{FF2B5EF4-FFF2-40B4-BE49-F238E27FC236}">
                    <a16:creationId xmlns:a16="http://schemas.microsoft.com/office/drawing/2014/main" id="{BE63A96E-ECEA-FFCD-E805-BAACF0F9424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18" name="Freeform 21">
                <a:extLst>
                  <a:ext uri="{FF2B5EF4-FFF2-40B4-BE49-F238E27FC236}">
                    <a16:creationId xmlns:a16="http://schemas.microsoft.com/office/drawing/2014/main" id="{6B23AB05-AA70-DE94-695B-2C16C66634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19" name="Freeform 22">
                <a:extLst>
                  <a:ext uri="{FF2B5EF4-FFF2-40B4-BE49-F238E27FC236}">
                    <a16:creationId xmlns:a16="http://schemas.microsoft.com/office/drawing/2014/main" id="{A0285325-AA8D-FF3C-97C9-ACDC1F01CB7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</p:grpSp>
        <p:sp>
          <p:nvSpPr>
            <p:cNvPr id="13" name="Freeform 30">
              <a:extLst>
                <a:ext uri="{FF2B5EF4-FFF2-40B4-BE49-F238E27FC236}">
                  <a16:creationId xmlns:a16="http://schemas.microsoft.com/office/drawing/2014/main" id="{3B102EB9-C000-F076-87F7-8CDF4124A8FF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360858" y="343758"/>
              <a:ext cx="140525" cy="266701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10686A17-4267-9B7C-E440-6D0E4B09818B}"/>
                </a:ext>
              </a:extLst>
            </p:cNvPr>
            <p:cNvSpPr/>
            <p:nvPr/>
          </p:nvSpPr>
          <p:spPr>
            <a:xfrm>
              <a:off x="10885020" y="369386"/>
              <a:ext cx="454304" cy="22397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15" name="Freeform 26">
              <a:extLst>
                <a:ext uri="{FF2B5EF4-FFF2-40B4-BE49-F238E27FC236}">
                  <a16:creationId xmlns:a16="http://schemas.microsoft.com/office/drawing/2014/main" id="{0336BE36-0CE4-02D5-A6BE-602A0F436F6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212196" y="406846"/>
              <a:ext cx="179805" cy="140525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35728CC2-87C5-5FA4-7E7C-CA5CC69B18F1}"/>
                </a:ext>
              </a:extLst>
            </p:cNvPr>
            <p:cNvSpPr/>
            <p:nvPr/>
          </p:nvSpPr>
          <p:spPr>
            <a:xfrm>
              <a:off x="9512757" y="369386"/>
              <a:ext cx="693969" cy="22397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B4E54ADC-CF49-F8FE-7C89-41EC6421E39A}"/>
              </a:ext>
            </a:extLst>
          </p:cNvPr>
          <p:cNvSpPr txBox="1"/>
          <p:nvPr/>
        </p:nvSpPr>
        <p:spPr>
          <a:xfrm>
            <a:off x="827878" y="391383"/>
            <a:ext cx="6935545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500" dirty="0">
                <a:solidFill>
                  <a:srgbClr val="129863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태스크</a:t>
            </a:r>
            <a:endParaRPr lang="en-US" altLang="ko-KR" sz="2500" dirty="0">
              <a:solidFill>
                <a:srgbClr val="129863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endParaRPr lang="en-US" altLang="ko-KR" sz="20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r>
              <a:rPr lang="ko-KR" altLang="en-US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엘릭서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태스크는 백그라운드에서 동작하는 함수</a:t>
            </a:r>
            <a:endParaRPr lang="en-US" altLang="ko-KR" sz="25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D80E90-B529-B9BD-EA17-C6F22717B40F}"/>
              </a:ext>
            </a:extLst>
          </p:cNvPr>
          <p:cNvSpPr txBox="1"/>
          <p:nvPr/>
        </p:nvSpPr>
        <p:spPr>
          <a:xfrm>
            <a:off x="5342474" y="1724390"/>
            <a:ext cx="646969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피보나치 수열을 계산</a:t>
            </a:r>
            <a:endParaRPr lang="en-US" altLang="ko-KR" sz="20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r>
              <a:rPr lang="en-US" altLang="ko-KR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Task.async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을 호출하면 주어진 함수를 실행하는 별도의</a:t>
            </a:r>
            <a:endParaRPr lang="en-US" altLang="ko-KR" sz="20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프로세스 생성 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+ 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태스크 식별하는 태스크 </a:t>
            </a:r>
            <a:r>
              <a:rPr lang="ko-KR" altLang="en-US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디스크립터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반환</a:t>
            </a:r>
            <a:endParaRPr lang="en-US" altLang="ko-KR" sz="20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endParaRPr lang="en-US" altLang="ko-KR" sz="20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태스크가 실행되는 중에도 코드는 다른 작업 수행</a:t>
            </a:r>
            <a:endParaRPr lang="en-US" altLang="ko-KR" sz="20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함수의 결과를 얻고 싶을 때는 </a:t>
            </a:r>
            <a:r>
              <a:rPr lang="en-US" altLang="ko-KR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Task.await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에 태스크 </a:t>
            </a:r>
            <a:r>
              <a:rPr lang="ko-KR" altLang="en-US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디스크립트를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넣어 호출</a:t>
            </a:r>
            <a:endParaRPr lang="en-US" altLang="ko-KR" sz="20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-&gt; 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이 호출은 백그라운드 태스크가 끝날 때까지 기다렸다가 </a:t>
            </a:r>
            <a:endParaRPr lang="en-US" altLang="ko-KR" sz="20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    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값 반환</a:t>
            </a:r>
            <a:endParaRPr lang="en-US" altLang="ko-KR" sz="20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D061933-E4BF-15F6-A09A-4220F9F5DC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091" y="1657712"/>
            <a:ext cx="4233510" cy="2705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E79814E-340E-D6CF-47FF-C453F8795F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091" y="4586712"/>
            <a:ext cx="3896522" cy="1227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4500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98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위쪽 모서리 5">
            <a:extLst>
              <a:ext uri="{FF2B5EF4-FFF2-40B4-BE49-F238E27FC236}">
                <a16:creationId xmlns:a16="http://schemas.microsoft.com/office/drawing/2014/main" id="{C9539F4B-61C9-233F-0244-FE0677CE7C62}"/>
              </a:ext>
            </a:extLst>
          </p:cNvPr>
          <p:cNvSpPr/>
          <p:nvPr/>
        </p:nvSpPr>
        <p:spPr>
          <a:xfrm>
            <a:off x="201706" y="219075"/>
            <a:ext cx="11734800" cy="6638925"/>
          </a:xfrm>
          <a:prstGeom prst="round2SameRect">
            <a:avLst>
              <a:gd name="adj1" fmla="val 275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39700" dist="38100" dir="16200000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0" rtlCol="0" anchor="t"/>
          <a:lstStyle/>
          <a:p>
            <a:pPr algn="ctr" latinLnBrk="0">
              <a:lnSpc>
                <a:spcPct val="150000"/>
              </a:lnSpc>
              <a:defRPr/>
            </a:pPr>
            <a:endParaRPr lang="en-US" altLang="ko-KR" sz="5400" i="1" kern="0" dirty="0">
              <a:solidFill>
                <a:srgbClr val="44546A">
                  <a:lumMod val="75000"/>
                </a:srgb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983D6AA-B068-60C3-B770-077D6327BDB3}"/>
              </a:ext>
            </a:extLst>
          </p:cNvPr>
          <p:cNvGrpSpPr/>
          <p:nvPr/>
        </p:nvGrpSpPr>
        <p:grpSpPr>
          <a:xfrm>
            <a:off x="10116388" y="363071"/>
            <a:ext cx="1550689" cy="169277"/>
            <a:chOff x="9512757" y="369386"/>
            <a:chExt cx="2051714" cy="223970"/>
          </a:xfrm>
          <a:solidFill>
            <a:schemeClr val="bg1"/>
          </a:solidFill>
        </p:grpSpPr>
        <p:grpSp>
          <p:nvGrpSpPr>
            <p:cNvPr id="11" name="Group 8">
              <a:extLst>
                <a:ext uri="{FF2B5EF4-FFF2-40B4-BE49-F238E27FC236}">
                  <a16:creationId xmlns:a16="http://schemas.microsoft.com/office/drawing/2014/main" id="{647AD3CA-9467-564C-629F-9A3C972342E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750964" y="406846"/>
              <a:ext cx="132372" cy="140525"/>
              <a:chOff x="4594" y="900"/>
              <a:chExt cx="276" cy="293"/>
            </a:xfrm>
            <a:grpFill/>
          </p:grpSpPr>
          <p:sp>
            <p:nvSpPr>
              <p:cNvPr id="20" name="Freeform 9">
                <a:extLst>
                  <a:ext uri="{FF2B5EF4-FFF2-40B4-BE49-F238E27FC236}">
                    <a16:creationId xmlns:a16="http://schemas.microsoft.com/office/drawing/2014/main" id="{3D4A8947-B1A4-8148-601B-1A6D53A509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1" name="Freeform 10">
                <a:extLst>
                  <a:ext uri="{FF2B5EF4-FFF2-40B4-BE49-F238E27FC236}">
                    <a16:creationId xmlns:a16="http://schemas.microsoft.com/office/drawing/2014/main" id="{0BB7F733-63F5-4F68-CE77-A264B6C0A3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2" name="Freeform 11">
                <a:extLst>
                  <a:ext uri="{FF2B5EF4-FFF2-40B4-BE49-F238E27FC236}">
                    <a16:creationId xmlns:a16="http://schemas.microsoft.com/office/drawing/2014/main" id="{92C9FC96-10E2-C2A6-32A3-DBE2A9332F6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3" name="Freeform 12">
                <a:extLst>
                  <a:ext uri="{FF2B5EF4-FFF2-40B4-BE49-F238E27FC236}">
                    <a16:creationId xmlns:a16="http://schemas.microsoft.com/office/drawing/2014/main" id="{DE4CF21D-E416-9288-1555-D3BB123875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</p:grpSp>
        <p:grpSp>
          <p:nvGrpSpPr>
            <p:cNvPr id="12" name="Group 19">
              <a:extLst>
                <a:ext uri="{FF2B5EF4-FFF2-40B4-BE49-F238E27FC236}">
                  <a16:creationId xmlns:a16="http://schemas.microsoft.com/office/drawing/2014/main" id="{37BAA41E-1735-A205-83BD-8D3EBB6AD20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506302" y="406846"/>
              <a:ext cx="140525" cy="140525"/>
              <a:chOff x="1747" y="423"/>
              <a:chExt cx="575" cy="575"/>
            </a:xfrm>
            <a:grpFill/>
          </p:grpSpPr>
          <p:sp>
            <p:nvSpPr>
              <p:cNvPr id="17" name="Freeform 20">
                <a:extLst>
                  <a:ext uri="{FF2B5EF4-FFF2-40B4-BE49-F238E27FC236}">
                    <a16:creationId xmlns:a16="http://schemas.microsoft.com/office/drawing/2014/main" id="{BE63A96E-ECEA-FFCD-E805-BAACF0F9424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18" name="Freeform 21">
                <a:extLst>
                  <a:ext uri="{FF2B5EF4-FFF2-40B4-BE49-F238E27FC236}">
                    <a16:creationId xmlns:a16="http://schemas.microsoft.com/office/drawing/2014/main" id="{6B23AB05-AA70-DE94-695B-2C16C66634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19" name="Freeform 22">
                <a:extLst>
                  <a:ext uri="{FF2B5EF4-FFF2-40B4-BE49-F238E27FC236}">
                    <a16:creationId xmlns:a16="http://schemas.microsoft.com/office/drawing/2014/main" id="{A0285325-AA8D-FF3C-97C9-ACDC1F01CB7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</p:grpSp>
        <p:sp>
          <p:nvSpPr>
            <p:cNvPr id="13" name="Freeform 30">
              <a:extLst>
                <a:ext uri="{FF2B5EF4-FFF2-40B4-BE49-F238E27FC236}">
                  <a16:creationId xmlns:a16="http://schemas.microsoft.com/office/drawing/2014/main" id="{3B102EB9-C000-F076-87F7-8CDF4124A8FF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360858" y="343758"/>
              <a:ext cx="140525" cy="266701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10686A17-4267-9B7C-E440-6D0E4B09818B}"/>
                </a:ext>
              </a:extLst>
            </p:cNvPr>
            <p:cNvSpPr/>
            <p:nvPr/>
          </p:nvSpPr>
          <p:spPr>
            <a:xfrm>
              <a:off x="10885020" y="369386"/>
              <a:ext cx="454304" cy="22397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15" name="Freeform 26">
              <a:extLst>
                <a:ext uri="{FF2B5EF4-FFF2-40B4-BE49-F238E27FC236}">
                  <a16:creationId xmlns:a16="http://schemas.microsoft.com/office/drawing/2014/main" id="{0336BE36-0CE4-02D5-A6BE-602A0F436F6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212196" y="406846"/>
              <a:ext cx="179805" cy="140525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35728CC2-87C5-5FA4-7E7C-CA5CC69B18F1}"/>
                </a:ext>
              </a:extLst>
            </p:cNvPr>
            <p:cNvSpPr/>
            <p:nvPr/>
          </p:nvSpPr>
          <p:spPr>
            <a:xfrm>
              <a:off x="9512757" y="369386"/>
              <a:ext cx="693969" cy="22397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B4E54ADC-CF49-F8FE-7C89-41EC6421E39A}"/>
              </a:ext>
            </a:extLst>
          </p:cNvPr>
          <p:cNvSpPr txBox="1"/>
          <p:nvPr/>
        </p:nvSpPr>
        <p:spPr>
          <a:xfrm>
            <a:off x="827878" y="391383"/>
            <a:ext cx="10467460" cy="3862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500" dirty="0">
                <a:solidFill>
                  <a:srgbClr val="129863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에이전트</a:t>
            </a:r>
            <a:endParaRPr lang="en-US" altLang="ko-KR" sz="20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endParaRPr lang="en-US" altLang="ko-KR" sz="20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상태를 관리하는 백그라운드 프로세스</a:t>
            </a:r>
            <a:endParaRPr lang="en-US" altLang="ko-KR" sz="20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이 상태에는 프로세스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, 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노드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,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다른 노드 등 다양한 곳에서 접근 가능</a:t>
            </a:r>
            <a:endParaRPr lang="en-US" altLang="ko-KR" sz="20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endParaRPr lang="en-US" altLang="ko-KR" sz="20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에이전트의 초기 상태는 에이전트를 시작할 때 전달할 함수가 반환하는 값으로 설정된다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</a:p>
          <a:p>
            <a:endParaRPr lang="en-US" altLang="ko-KR" sz="20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r>
              <a:rPr lang="en-US" altLang="ko-KR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Agent.get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에 에이전트 </a:t>
            </a:r>
            <a:r>
              <a:rPr lang="ko-KR" altLang="en-US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디스크립터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(PID)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와 함수를 넘기면 상태를 얻어올 수 있다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 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에이전트는 현재 상태에 대해 함수를 실행한 뒤 그 결과를 반환한다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</a:p>
          <a:p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에이전트의 상태를 변경하려면 </a:t>
            </a:r>
            <a:r>
              <a:rPr lang="en-US" altLang="ko-KR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Agent.update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를 사용한다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 get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은 함수의 값을 반환할 뿐 상태에는 영향을 미치지 않지만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, update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를 호출하면 상태가 함수의 결과로 갱신된다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</a:p>
          <a:p>
            <a:endParaRPr lang="en-US" altLang="ko-KR" sz="2000" dirty="0" err="1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08376A7C-3F0E-576A-15CE-5C6065D5B7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827" y="4119979"/>
            <a:ext cx="5652271" cy="2518946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CB88EDA7-95A1-EF59-3E9D-1380715DBE23}"/>
              </a:ext>
            </a:extLst>
          </p:cNvPr>
          <p:cNvSpPr txBox="1"/>
          <p:nvPr/>
        </p:nvSpPr>
        <p:spPr>
          <a:xfrm>
            <a:off x="6901682" y="4282291"/>
            <a:ext cx="471424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초기 상태가 정수 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인 에이전트 생성</a:t>
            </a:r>
            <a:endParaRPr lang="en-US" altLang="ko-KR" sz="20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상태조회를 위해 </a:t>
            </a:r>
            <a:r>
              <a:rPr lang="ko-KR" altLang="en-US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항등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함수 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&amp;(&amp;1) 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사용</a:t>
            </a:r>
            <a:endParaRPr lang="en-US" altLang="ko-KR" sz="20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r>
              <a:rPr lang="en-US" altLang="ko-KR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Agent.update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에 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&amp;(&amp;1+1)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을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전달해</a:t>
            </a:r>
            <a:endParaRPr lang="en-US" altLang="ko-KR" sz="20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상태를 증가</a:t>
            </a:r>
            <a:endParaRPr lang="en-US" altLang="ko-KR" sz="20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get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을 다시 한번 호출해 갱신된 상태 확인</a:t>
            </a:r>
            <a:endParaRPr lang="en-US" altLang="ko-KR" sz="20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03748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98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위쪽 모서리 5">
            <a:extLst>
              <a:ext uri="{FF2B5EF4-FFF2-40B4-BE49-F238E27FC236}">
                <a16:creationId xmlns:a16="http://schemas.microsoft.com/office/drawing/2014/main" id="{C9539F4B-61C9-233F-0244-FE0677CE7C62}"/>
              </a:ext>
            </a:extLst>
          </p:cNvPr>
          <p:cNvSpPr/>
          <p:nvPr/>
        </p:nvSpPr>
        <p:spPr>
          <a:xfrm>
            <a:off x="201706" y="219075"/>
            <a:ext cx="11734800" cy="6638925"/>
          </a:xfrm>
          <a:prstGeom prst="round2SameRect">
            <a:avLst>
              <a:gd name="adj1" fmla="val 275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39700" dist="38100" dir="16200000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0" rtlCol="0" anchor="t"/>
          <a:lstStyle/>
          <a:p>
            <a:pPr algn="ctr" latinLnBrk="0">
              <a:lnSpc>
                <a:spcPct val="150000"/>
              </a:lnSpc>
              <a:defRPr/>
            </a:pPr>
            <a:endParaRPr lang="en-US" altLang="ko-KR" sz="5400" i="1" kern="0" dirty="0">
              <a:solidFill>
                <a:srgbClr val="44546A">
                  <a:lumMod val="75000"/>
                </a:srgb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983D6AA-B068-60C3-B770-077D6327BDB3}"/>
              </a:ext>
            </a:extLst>
          </p:cNvPr>
          <p:cNvGrpSpPr/>
          <p:nvPr/>
        </p:nvGrpSpPr>
        <p:grpSpPr>
          <a:xfrm>
            <a:off x="10116388" y="363071"/>
            <a:ext cx="1550689" cy="169277"/>
            <a:chOff x="9512757" y="369386"/>
            <a:chExt cx="2051714" cy="223970"/>
          </a:xfrm>
          <a:solidFill>
            <a:schemeClr val="bg1"/>
          </a:solidFill>
        </p:grpSpPr>
        <p:grpSp>
          <p:nvGrpSpPr>
            <p:cNvPr id="11" name="Group 8">
              <a:extLst>
                <a:ext uri="{FF2B5EF4-FFF2-40B4-BE49-F238E27FC236}">
                  <a16:creationId xmlns:a16="http://schemas.microsoft.com/office/drawing/2014/main" id="{647AD3CA-9467-564C-629F-9A3C972342E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750964" y="406846"/>
              <a:ext cx="132372" cy="140525"/>
              <a:chOff x="4594" y="900"/>
              <a:chExt cx="276" cy="293"/>
            </a:xfrm>
            <a:grpFill/>
          </p:grpSpPr>
          <p:sp>
            <p:nvSpPr>
              <p:cNvPr id="20" name="Freeform 9">
                <a:extLst>
                  <a:ext uri="{FF2B5EF4-FFF2-40B4-BE49-F238E27FC236}">
                    <a16:creationId xmlns:a16="http://schemas.microsoft.com/office/drawing/2014/main" id="{3D4A8947-B1A4-8148-601B-1A6D53A509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1" name="Freeform 10">
                <a:extLst>
                  <a:ext uri="{FF2B5EF4-FFF2-40B4-BE49-F238E27FC236}">
                    <a16:creationId xmlns:a16="http://schemas.microsoft.com/office/drawing/2014/main" id="{0BB7F733-63F5-4F68-CE77-A264B6C0A3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2" name="Freeform 11">
                <a:extLst>
                  <a:ext uri="{FF2B5EF4-FFF2-40B4-BE49-F238E27FC236}">
                    <a16:creationId xmlns:a16="http://schemas.microsoft.com/office/drawing/2014/main" id="{92C9FC96-10E2-C2A6-32A3-DBE2A9332F6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3" name="Freeform 12">
                <a:extLst>
                  <a:ext uri="{FF2B5EF4-FFF2-40B4-BE49-F238E27FC236}">
                    <a16:creationId xmlns:a16="http://schemas.microsoft.com/office/drawing/2014/main" id="{DE4CF21D-E416-9288-1555-D3BB123875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</p:grpSp>
        <p:grpSp>
          <p:nvGrpSpPr>
            <p:cNvPr id="12" name="Group 19">
              <a:extLst>
                <a:ext uri="{FF2B5EF4-FFF2-40B4-BE49-F238E27FC236}">
                  <a16:creationId xmlns:a16="http://schemas.microsoft.com/office/drawing/2014/main" id="{37BAA41E-1735-A205-83BD-8D3EBB6AD20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506302" y="406846"/>
              <a:ext cx="140525" cy="140525"/>
              <a:chOff x="1747" y="423"/>
              <a:chExt cx="575" cy="575"/>
            </a:xfrm>
            <a:grpFill/>
          </p:grpSpPr>
          <p:sp>
            <p:nvSpPr>
              <p:cNvPr id="17" name="Freeform 20">
                <a:extLst>
                  <a:ext uri="{FF2B5EF4-FFF2-40B4-BE49-F238E27FC236}">
                    <a16:creationId xmlns:a16="http://schemas.microsoft.com/office/drawing/2014/main" id="{BE63A96E-ECEA-FFCD-E805-BAACF0F9424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18" name="Freeform 21">
                <a:extLst>
                  <a:ext uri="{FF2B5EF4-FFF2-40B4-BE49-F238E27FC236}">
                    <a16:creationId xmlns:a16="http://schemas.microsoft.com/office/drawing/2014/main" id="{6B23AB05-AA70-DE94-695B-2C16C66634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19" name="Freeform 22">
                <a:extLst>
                  <a:ext uri="{FF2B5EF4-FFF2-40B4-BE49-F238E27FC236}">
                    <a16:creationId xmlns:a16="http://schemas.microsoft.com/office/drawing/2014/main" id="{A0285325-AA8D-FF3C-97C9-ACDC1F01CB7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</p:grpSp>
        <p:sp>
          <p:nvSpPr>
            <p:cNvPr id="13" name="Freeform 30">
              <a:extLst>
                <a:ext uri="{FF2B5EF4-FFF2-40B4-BE49-F238E27FC236}">
                  <a16:creationId xmlns:a16="http://schemas.microsoft.com/office/drawing/2014/main" id="{3B102EB9-C000-F076-87F7-8CDF4124A8FF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360858" y="343758"/>
              <a:ext cx="140525" cy="266701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10686A17-4267-9B7C-E440-6D0E4B09818B}"/>
                </a:ext>
              </a:extLst>
            </p:cNvPr>
            <p:cNvSpPr/>
            <p:nvPr/>
          </p:nvSpPr>
          <p:spPr>
            <a:xfrm>
              <a:off x="10885020" y="369386"/>
              <a:ext cx="454304" cy="22397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15" name="Freeform 26">
              <a:extLst>
                <a:ext uri="{FF2B5EF4-FFF2-40B4-BE49-F238E27FC236}">
                  <a16:creationId xmlns:a16="http://schemas.microsoft.com/office/drawing/2014/main" id="{0336BE36-0CE4-02D5-A6BE-602A0F436F6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212196" y="406846"/>
              <a:ext cx="179805" cy="140525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35728CC2-87C5-5FA4-7E7C-CA5CC69B18F1}"/>
                </a:ext>
              </a:extLst>
            </p:cNvPr>
            <p:cNvSpPr/>
            <p:nvPr/>
          </p:nvSpPr>
          <p:spPr>
            <a:xfrm>
              <a:off x="9512757" y="369386"/>
              <a:ext cx="693969" cy="22397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B4E54ADC-CF49-F8FE-7C89-41EC6421E39A}"/>
              </a:ext>
            </a:extLst>
          </p:cNvPr>
          <p:cNvSpPr txBox="1"/>
          <p:nvPr/>
        </p:nvSpPr>
        <p:spPr>
          <a:xfrm>
            <a:off x="827878" y="391383"/>
            <a:ext cx="10467460" cy="29392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500" dirty="0">
                <a:solidFill>
                  <a:srgbClr val="129863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에이전트</a:t>
            </a:r>
            <a:endParaRPr lang="en-US" altLang="ko-KR" sz="20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endParaRPr lang="en-US" altLang="ko-KR" sz="20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에이전트에도 로컬이나 글로벌 이름을 붙이고 그 이름으로 접근 할 수 있다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</a:p>
          <a:p>
            <a:endParaRPr lang="en-US" altLang="ko-KR" sz="20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이 예제는 </a:t>
            </a:r>
            <a:r>
              <a:rPr lang="ko-KR" altLang="en-US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엘릭서가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대문자로 시작하는 단어를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Elixir.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가 앞에 붙는 아톰으로 바꾼다는 점을 이용한다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 </a:t>
            </a:r>
          </a:p>
          <a:p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Sum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은 사실 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:”</a:t>
            </a:r>
            <a:r>
              <a:rPr lang="en-US" altLang="ko-KR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Elixir.Sum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”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이라는 아톰이다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</a:p>
          <a:p>
            <a:endParaRPr lang="en-US" altLang="ko-KR" sz="20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endParaRPr lang="en-US" altLang="ko-KR" sz="20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endParaRPr lang="en-US" altLang="ko-KR" sz="2000" dirty="0" err="1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B88EDA7-95A1-EF59-3E9D-1380715DBE23}"/>
              </a:ext>
            </a:extLst>
          </p:cNvPr>
          <p:cNvSpPr txBox="1"/>
          <p:nvPr/>
        </p:nvSpPr>
        <p:spPr>
          <a:xfrm>
            <a:off x="6508967" y="3155332"/>
            <a:ext cx="495653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초기 상태가 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1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인 에이전트의 이름을 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Sum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으로 생성한다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</a:p>
          <a:p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상태 조회를 위해 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&amp;(&amp;1)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을 사용하고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,</a:t>
            </a:r>
          </a:p>
          <a:p>
            <a:r>
              <a:rPr lang="en-US" altLang="ko-KR" sz="20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Agent.update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에 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&amp;(&amp;1+99)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를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전달해 상태를 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100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으로 증가시킨 후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, get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을 사용해 갱신된 상태를 확인한다</a:t>
            </a:r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A1ED56F-76B7-E938-5BB8-0A072EB05A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59" y="2987823"/>
            <a:ext cx="5485347" cy="2264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75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98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위쪽 모서리 5">
            <a:extLst>
              <a:ext uri="{FF2B5EF4-FFF2-40B4-BE49-F238E27FC236}">
                <a16:creationId xmlns:a16="http://schemas.microsoft.com/office/drawing/2014/main" id="{C9539F4B-61C9-233F-0244-FE0677CE7C62}"/>
              </a:ext>
            </a:extLst>
          </p:cNvPr>
          <p:cNvSpPr/>
          <p:nvPr/>
        </p:nvSpPr>
        <p:spPr>
          <a:xfrm>
            <a:off x="228600" y="219075"/>
            <a:ext cx="11734800" cy="6638925"/>
          </a:xfrm>
          <a:prstGeom prst="round2SameRect">
            <a:avLst>
              <a:gd name="adj1" fmla="val 275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39700" dist="38100" dir="16200000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0" rtlCol="0" anchor="t"/>
          <a:lstStyle/>
          <a:p>
            <a:pPr algn="ctr" latinLnBrk="0">
              <a:lnSpc>
                <a:spcPct val="150000"/>
              </a:lnSpc>
              <a:defRPr/>
            </a:pPr>
            <a:endParaRPr lang="en-US" altLang="ko-KR" sz="5400" i="1" kern="0" dirty="0">
              <a:solidFill>
                <a:srgbClr val="44546A">
                  <a:lumMod val="75000"/>
                </a:srgb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983D6AA-B068-60C3-B770-077D6327BDB3}"/>
              </a:ext>
            </a:extLst>
          </p:cNvPr>
          <p:cNvGrpSpPr/>
          <p:nvPr/>
        </p:nvGrpSpPr>
        <p:grpSpPr>
          <a:xfrm>
            <a:off x="10116388" y="363071"/>
            <a:ext cx="1550689" cy="169277"/>
            <a:chOff x="9512757" y="369386"/>
            <a:chExt cx="2051714" cy="223970"/>
          </a:xfrm>
          <a:solidFill>
            <a:schemeClr val="bg1"/>
          </a:solidFill>
        </p:grpSpPr>
        <p:grpSp>
          <p:nvGrpSpPr>
            <p:cNvPr id="11" name="Group 8">
              <a:extLst>
                <a:ext uri="{FF2B5EF4-FFF2-40B4-BE49-F238E27FC236}">
                  <a16:creationId xmlns:a16="http://schemas.microsoft.com/office/drawing/2014/main" id="{647AD3CA-9467-564C-629F-9A3C972342E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750964" y="406846"/>
              <a:ext cx="132372" cy="140525"/>
              <a:chOff x="4594" y="900"/>
              <a:chExt cx="276" cy="293"/>
            </a:xfrm>
            <a:grpFill/>
          </p:grpSpPr>
          <p:sp>
            <p:nvSpPr>
              <p:cNvPr id="20" name="Freeform 9">
                <a:extLst>
                  <a:ext uri="{FF2B5EF4-FFF2-40B4-BE49-F238E27FC236}">
                    <a16:creationId xmlns:a16="http://schemas.microsoft.com/office/drawing/2014/main" id="{3D4A8947-B1A4-8148-601B-1A6D53A509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1" name="Freeform 10">
                <a:extLst>
                  <a:ext uri="{FF2B5EF4-FFF2-40B4-BE49-F238E27FC236}">
                    <a16:creationId xmlns:a16="http://schemas.microsoft.com/office/drawing/2014/main" id="{0BB7F733-63F5-4F68-CE77-A264B6C0A3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2" name="Freeform 11">
                <a:extLst>
                  <a:ext uri="{FF2B5EF4-FFF2-40B4-BE49-F238E27FC236}">
                    <a16:creationId xmlns:a16="http://schemas.microsoft.com/office/drawing/2014/main" id="{92C9FC96-10E2-C2A6-32A3-DBE2A9332F6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3" name="Freeform 12">
                <a:extLst>
                  <a:ext uri="{FF2B5EF4-FFF2-40B4-BE49-F238E27FC236}">
                    <a16:creationId xmlns:a16="http://schemas.microsoft.com/office/drawing/2014/main" id="{DE4CF21D-E416-9288-1555-D3BB123875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</p:grpSp>
        <p:grpSp>
          <p:nvGrpSpPr>
            <p:cNvPr id="12" name="Group 19">
              <a:extLst>
                <a:ext uri="{FF2B5EF4-FFF2-40B4-BE49-F238E27FC236}">
                  <a16:creationId xmlns:a16="http://schemas.microsoft.com/office/drawing/2014/main" id="{37BAA41E-1735-A205-83BD-8D3EBB6AD20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506302" y="406846"/>
              <a:ext cx="140525" cy="140525"/>
              <a:chOff x="1747" y="423"/>
              <a:chExt cx="575" cy="575"/>
            </a:xfrm>
            <a:grpFill/>
          </p:grpSpPr>
          <p:sp>
            <p:nvSpPr>
              <p:cNvPr id="17" name="Freeform 20">
                <a:extLst>
                  <a:ext uri="{FF2B5EF4-FFF2-40B4-BE49-F238E27FC236}">
                    <a16:creationId xmlns:a16="http://schemas.microsoft.com/office/drawing/2014/main" id="{BE63A96E-ECEA-FFCD-E805-BAACF0F9424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18" name="Freeform 21">
                <a:extLst>
                  <a:ext uri="{FF2B5EF4-FFF2-40B4-BE49-F238E27FC236}">
                    <a16:creationId xmlns:a16="http://schemas.microsoft.com/office/drawing/2014/main" id="{6B23AB05-AA70-DE94-695B-2C16C66634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19" name="Freeform 22">
                <a:extLst>
                  <a:ext uri="{FF2B5EF4-FFF2-40B4-BE49-F238E27FC236}">
                    <a16:creationId xmlns:a16="http://schemas.microsoft.com/office/drawing/2014/main" id="{A0285325-AA8D-FF3C-97C9-ACDC1F01CB7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</p:grpSp>
        <p:sp>
          <p:nvSpPr>
            <p:cNvPr id="13" name="Freeform 30">
              <a:extLst>
                <a:ext uri="{FF2B5EF4-FFF2-40B4-BE49-F238E27FC236}">
                  <a16:creationId xmlns:a16="http://schemas.microsoft.com/office/drawing/2014/main" id="{3B102EB9-C000-F076-87F7-8CDF4124A8FF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360858" y="343758"/>
              <a:ext cx="140525" cy="266701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10686A17-4267-9B7C-E440-6D0E4B09818B}"/>
                </a:ext>
              </a:extLst>
            </p:cNvPr>
            <p:cNvSpPr/>
            <p:nvPr/>
          </p:nvSpPr>
          <p:spPr>
            <a:xfrm>
              <a:off x="10885020" y="369386"/>
              <a:ext cx="454304" cy="22397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15" name="Freeform 26">
              <a:extLst>
                <a:ext uri="{FF2B5EF4-FFF2-40B4-BE49-F238E27FC236}">
                  <a16:creationId xmlns:a16="http://schemas.microsoft.com/office/drawing/2014/main" id="{0336BE36-0CE4-02D5-A6BE-602A0F436F6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212196" y="406846"/>
              <a:ext cx="179805" cy="140525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35728CC2-87C5-5FA4-7E7C-CA5CC69B18F1}"/>
                </a:ext>
              </a:extLst>
            </p:cNvPr>
            <p:cNvSpPr/>
            <p:nvPr/>
          </p:nvSpPr>
          <p:spPr>
            <a:xfrm>
              <a:off x="9512757" y="369386"/>
              <a:ext cx="693969" cy="22397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B4E54ADC-CF49-F8FE-7C89-41EC6421E39A}"/>
              </a:ext>
            </a:extLst>
          </p:cNvPr>
          <p:cNvSpPr txBox="1"/>
          <p:nvPr/>
        </p:nvSpPr>
        <p:spPr>
          <a:xfrm>
            <a:off x="3370999" y="2938372"/>
            <a:ext cx="75494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200" b="1" dirty="0">
                <a:solidFill>
                  <a:srgbClr val="129863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감사합니다🙂</a:t>
            </a:r>
            <a:endParaRPr lang="ko-KR" altLang="en-US" sz="72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3176408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2471</TotalTime>
  <Words>279</Words>
  <Application>Microsoft Office PowerPoint</Application>
  <PresentationFormat>와이드스크린</PresentationFormat>
  <Paragraphs>47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나눔스퀘어 ExtraBold</vt:lpstr>
      <vt:lpstr>맑은 고딕</vt:lpstr>
      <vt:lpstr>Arial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조현석</dc:creator>
  <cp:lastModifiedBy>최 한결</cp:lastModifiedBy>
  <cp:revision>54</cp:revision>
  <dcterms:created xsi:type="dcterms:W3CDTF">2022-05-16T14:54:44Z</dcterms:created>
  <dcterms:modified xsi:type="dcterms:W3CDTF">2022-11-30T07:26:27Z</dcterms:modified>
</cp:coreProperties>
</file>