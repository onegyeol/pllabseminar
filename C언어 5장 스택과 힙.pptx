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70" r:id="rId3"/>
    <p:sldId id="278" r:id="rId4"/>
    <p:sldId id="279" r:id="rId5"/>
    <p:sldId id="287" r:id="rId6"/>
    <p:sldId id="280" r:id="rId7"/>
    <p:sldId id="281" r:id="rId8"/>
    <p:sldId id="282" r:id="rId9"/>
    <p:sldId id="283" r:id="rId10"/>
    <p:sldId id="288" r:id="rId11"/>
    <p:sldId id="284" r:id="rId12"/>
    <p:sldId id="285" r:id="rId13"/>
    <p:sldId id="286" r:id="rId14"/>
    <p:sldId id="289" r:id="rId15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9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9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1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5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8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5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95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2023-04-14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6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4865FE-F6CB-AD59-1354-4B7C89A72A39}"/>
              </a:ext>
            </a:extLst>
          </p:cNvPr>
          <p:cNvSpPr txBox="1"/>
          <p:nvPr/>
        </p:nvSpPr>
        <p:spPr>
          <a:xfrm>
            <a:off x="1528201" y="1892549"/>
            <a:ext cx="858818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5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</a:t>
            </a:r>
            <a:r>
              <a:rPr lang="en-US" altLang="ko-KR" sz="5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sz="5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스택과 </a:t>
            </a:r>
            <a:r>
              <a:rPr lang="ko-KR" altLang="en-US" sz="5000" i="1" kern="0" dirty="0" err="1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en-US" altLang="ko-KR" sz="50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endParaRPr lang="en-US" altLang="ko-KR" sz="50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r"/>
            <a:r>
              <a:rPr lang="en-US" altLang="ko-KR" sz="2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p. 209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93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01706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5.1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</a:t>
            </a:r>
            <a:endParaRPr lang="en-US" altLang="ko-KR" sz="25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570723"/>
            <a:ext cx="106690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프로세스는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세그먼트 없이 계속 작동 가능하지만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세그먼트가 없다면 불가능합니다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스택은 프로세스의 수명에서 주요 부분에 해당하며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없이는 프로세스가 계속 실행할 수 없습니다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스택 세그먼트를 이용해야 함수를 호출할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세그먼트가 없다면 함수는 호출될 수 없으며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실행도 불가능하다는 의미입니다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스택의 내용을 건드리면 프로세스의 실행을 방해하고 중단시킬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세그먼트에서 이뤄지는 할당은 빠르며 어떤 특별한 함수 호출도 필요하지 않습니다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또한 메모리 해체 및 모든 메모리 관리도 자동으로 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스택은 아주 크지 않으므로 큰 객체를 저장할 수 없습니다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그리고 스택의 내용을 잘못 실행하면 실행이 중지되고 충돌이 발생합니다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이를 </a:t>
            </a:r>
            <a:r>
              <a:rPr lang="ko-KR" altLang="en-US" sz="20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스매싱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이라고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4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5.1.1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검사하기</a:t>
            </a:r>
            <a:endParaRPr lang="en-US" altLang="ko-KR" sz="25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317327"/>
            <a:ext cx="1066903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디버거는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디버그하려는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다른 프로세스에 붙여서 사용하는 프로그램입니다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보통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디버거가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프로세스를 디버깅하면서 하는 작업 중에는 다양한 메모리 세그먼트를 관찰하고 다루는 일이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디버깅 과정에서 할 수 있는 또 다른 작업은 프로그램 명령어의 실행 순서를 제어하는 일입니다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프로그램을 디버깅하기위해서는 디버깅 용도의 이진 파일이 반드시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빌드되어야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즉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컴파일러로 디버그 심벌을 하는 이진 파일이 필요하다고 전달해야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디버그 심벌은 실행되는 코드 또는 충돌을 야기하는 코드를 찾아내는데 사용됩니다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 순서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컴파일러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–g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옵션을 전달하면 최종 실행 가능한 목적 파일에 디버깅 정보를 삽입한다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gdb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사용해 디버깅한다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디버거에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입력값으로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지정된 실행 가능한 목적 파일을 실행하려면  명령어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r(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또는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run)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입력한다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디버그를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마치고나면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gdb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 나갈 준비가 되었으니 명령어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q(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또는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quit)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중단점 설정을 통해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gdb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프로그램의 실행을 멈추고 나중의 명령어를 기다리도록 할 수 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중단점 설정은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main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함수에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b(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또는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break)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명령어를 사용하면 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27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5.1.2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메모리 사용 시 주의점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507627"/>
            <a:ext cx="106690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스코프라는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개념을 잘 알아야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스택 변수는 고유의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갖고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변수의 수명을 결정합니다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이는 스택 변수가 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내에서 수명을 시작해 해당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떠나면 죽는다는 것을 의미합니다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즉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스택 변수의 수명을 결정합니다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변수를 선언할 때마다 이 변수는 스택 세그먼트의 가장 윗부분에 할당됩니다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할당은 자동으로 이뤄지며 이는 변수 수명의 시작으로 기록될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이후에 더 많은 다른 변수와 스택 프레임이 스택의 맨 위에 놓입니다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변수가 스택에 존재하고 다른 변수가 그 위에 놓이는 한 그 변수는 계속 살아남습니다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그러나 결국 이 변수는 스택에서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팝아웃됩니다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미래의 어느 지점에서 프로그램은 종료될 것이고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그러면 스택은 그 순간 비워져야 하기 때문입니다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그러므로 변수가 스택에서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팝아웃될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미래의 어느 시점이 존재할 것 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따라서 해제 또는 팝아웃은 자동으로 이뤄지고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이는 변수의 수명 끝으로 표시될 것 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73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5.1.2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메모리 사용 시 주의점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507627"/>
            <a:ext cx="106690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세그먼트에 관한 결론을 내리자면 다음과 같습니다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메모리는 크기가 제한적입니다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그러므로 큰 객체를 저장하기에 좋은 장소가 아닙니다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세그먼트의 주소는 작아집니다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메모리를 오름차순으로 읽으면 이미 푸시된 바이트를 읽는 것과 똑같습니다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스택은 자동으로 메모리가 관리되며 할당 및 해제 모두 해당합니다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모든 스택 변수는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가지며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변수의 수명을 결정합니다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포인터는 계속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내에 존재하는 스택 변수만을 가리켜야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 변수의 메모리 해제는 자동으로 수행됩니다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현재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스코프에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존재하는 변수에 대한 포인터는 다른 함수에 인자로 전달될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31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5.2 </a:t>
            </a:r>
            <a:r>
              <a:rPr lang="ko-KR" altLang="en-US" sz="25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7" y="1040745"/>
            <a:ext cx="10669033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어떤 프로그래밍 언어로 작성했든 간에 대부분의 코드에서 어떤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방식으로든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메모리를 사용합니다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힙은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스택을 사용해서는 얻을 수 없는 고유한 장점이 있기 때문입니다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힙은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자동으로 할당되는 메모리 블록을 갖지 않습니다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대신 개발자가 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malloc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또는 그와 유사한 함수를 이용해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블록을 하나씩 얻어야 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힙은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크기가 큽니다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스택은 크기가 제한되는 반면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힙은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수십 기가바이트에 달하는 매우 큰 객체를 저장할 수 있습니다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크기가 커질수록 할당자는 운영체제에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페이지를 더 많이 요청해야 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내에서 메모리 할당과 해체는 개발자가 관리합니다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이는 개발자가 메모리를 할당하고 또한 더 이상 메모리가 필요 없을 때 해체하는 일을 맡은 유일한</a:t>
            </a:r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 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객체라는 뜻입니다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 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C++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에서는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블록을 수동으로 비워야 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4. 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스택의 변수와는 달리 할당된 변수는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전혀 갖지 않습니다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힙메모리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블록의 주소를 지정하려면 포인터만 사용할 수 있습니다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변수와 같은 개념은 존재하지 않습니다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지역은 포인터를 통해 주소가 지정됩니다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17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6.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세그먼트는 소유자 프로세스 전용이므로 검사하려면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디버거를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사용해야 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&gt;&gt; C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포인터는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</a:t>
            </a:r>
            <a:r>
              <a:rPr lang="ko-KR" altLang="en-US" sz="17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블록에서와</a:t>
            </a:r>
            <a:r>
              <a:rPr lang="ko-KR" altLang="en-US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스택 메모리 블록에서 정확히 동일한 방식으로 작동합니다</a:t>
            </a:r>
            <a:r>
              <a:rPr lang="en-US" altLang="ko-KR" sz="17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26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5.2.1 </a:t>
            </a:r>
            <a:r>
              <a:rPr lang="ko-KR" altLang="en-US" sz="25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메모리의 할당과 해제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080305"/>
            <a:ext cx="106690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앞 절에서 설명한대로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메모리는 수동으로 얻고 비워야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힙의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블록을 할당하거나 비우기 위해 개발자가 일련의 함수나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API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사용해야 한다는 뜻입니다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이러한 함수는 헤더 파일인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stdlib.h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정의됩니다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블록을 얻는 데 사용되는 함수는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malloc,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calloc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그리고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블록을 해제하는 데 사용되는 유일한 함수는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free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할당 함수와 관련해 이름에서 알 수 있듯이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청소 및 할당을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그리고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메모리 할당을 의미합니다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따라서 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할당 이후 메모리 블록을 청소하지만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프로그램이 필요에 따라 스스로 해제할 때까지 메모리 블록을 초기화되지 않은 상태로 남겨둡니다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이미 할당된 메모리 블록의 크기를 조정해 메모리를 재할당합니다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이전의 블록에 있는 데이터를 변경하지 않으며 이미 할당된 블록을 새로운 블록으로 확장합니다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단편화때문에 확장하지 못할 때에는 다른 충분히 큰 블록을 찾은 뒤 이전 블록에서 새 블록으로 데이터를 복제합니다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60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5.2.1 </a:t>
            </a:r>
            <a:r>
              <a:rPr lang="ko-KR" altLang="en-US" sz="25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메모리의 할당과 해제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7" y="1683420"/>
            <a:ext cx="10669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free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포인터를 넘겨서 이미 할당된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블록의 주소를 전달해 이 메모리 블록을 해제합니다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앞서 말한대로 할당된 모든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블록은 더 이상 필요하지 않을 때에 해제되어야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해제에 실패하면 메모리 누수가 발생합니다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Valgrind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도구를 사용해 메모리 누수를 감지할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메모리누수는 설계가 올바르지 않아 누수를 야기하는 경우 기술 부채로 간주되며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누수가 존재하지만 심화되고 나서 무슨 일이 발생할지 알지 못하는 경우에는 또한 위험요인이라고 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일반적으로 팀에서는 메모리 누수는 최대한 빨리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고쳐야하는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버그로 취급합니다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527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5.2.2 </a:t>
            </a:r>
            <a:r>
              <a:rPr lang="ko-KR" altLang="en-US" sz="25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원칙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051122"/>
            <a:ext cx="106690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블록은 아무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갖지 않습니다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따라서 수명이 불분명하므로 다시 정의되어야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이를 위해 메모리를 수동으로 해제하거나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자바같은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현대 언어는 세대별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가비지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컬렉션을 사용합니다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힙의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수명은 프로그램 자체에서 정의되거나 사용된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라이브러리로는 정의될 수 없습니다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개발자만이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블록의 수명을 결정하는 유일한 존재입니다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수명의 복잡성을 극복하기 위해 좋은 전략은 메모리 블록을 아우르는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갖는 대신 메모리 블록의 </a:t>
            </a:r>
            <a:r>
              <a:rPr lang="ko-KR" altLang="en-US" sz="20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소유자를 정의하는 방법입니다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소유자는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블록의 수명을 관리하는 유일한 개체이며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먼저 블록을 할당하고 더 이상 필요하지 않을 때에는 해제하는 역할을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가장 잘 알려진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라이브러리는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할당을 위해 이 전략을 사용합니다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같은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블록을 여러 번 해제하게 되면 이중 해제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더블 프리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발생한다는 점을 기억해야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더블 프리 상황은 메모리 손상 문제에 해당되며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다른 메모리 손상 문제와 마찬가지로 감지 직후에 처리 및 해결되어야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617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5.2.2 </a:t>
            </a:r>
            <a:r>
              <a:rPr lang="ko-KR" altLang="en-US" sz="25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원칙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051122"/>
            <a:ext cx="106690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결론적으로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메모리를 다룰 때는 꼭 가이드라인을 따라야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할당에는 치러야 할 나름의 비용이 있는데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malloc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대체로 그 비용이 가장 덜 드는 함수입니다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공간에 할당된 메모리 블록은 더 이상 필요하지 않을 때나 프로그램을 종료하기 직전에 반드시 해제되어야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블록은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스코프를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갖지 않으므로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가능한 모든 누수를 피하려면 프로그램이 반드시 메모리를 관리할 수 있어야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각각의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블록에 대한 메모리 관리 전략을 고수해야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선택한 전략과 전략에 관한 가정은 블록에 접근할 때마다 코드에 기록되어야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02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5.3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제한된 환경에서의 메모리 관리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77FC7-D3F6-FB35-BC8B-87E744582E2E}"/>
              </a:ext>
            </a:extLst>
          </p:cNvPr>
          <p:cNvSpPr txBox="1"/>
          <p:nvPr/>
        </p:nvSpPr>
        <p:spPr>
          <a:xfrm>
            <a:off x="827878" y="1051122"/>
            <a:ext cx="10669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제한된 환경이란 프로그램의 메모리 사용을 제한하는 몇 가지 제약 조건이 존재합니다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이러한 제약 조건은 이용자의 메모리 사용에 대한 하드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리밋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때문일 수도 있고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저용량의 메모리를 제공하는 하드웨어 때문일 수도 있고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 큰 메모리를 지원하지 않는 운영체제 때문일 수도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45206-2DAA-5408-B095-5CF380B839FB}"/>
              </a:ext>
            </a:extLst>
          </p:cNvPr>
          <p:cNvSpPr txBox="1"/>
          <p:nvPr/>
        </p:nvSpPr>
        <p:spPr>
          <a:xfrm>
            <a:off x="827878" y="2654672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5.3.1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메모리가 제한된 환경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5D4E1-1980-AD1F-E5FD-AC58642BD3CB}"/>
              </a:ext>
            </a:extLst>
          </p:cNvPr>
          <p:cNvSpPr txBox="1"/>
          <p:nvPr/>
        </p:nvSpPr>
        <p:spPr>
          <a:xfrm>
            <a:off x="827878" y="3333880"/>
            <a:ext cx="10669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패킹된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구조체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메모리를 적게 사용하는 가장 쉬운 방법으로는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패킹된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구조체를 사용하는 방식이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패킹된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구조체는 메모리 정렬을 폐기하고 필드를 저장하는 더 작은 메모리 레이아웃을 갖습니다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 정렬을 폐기하기 때문에 메모리를 덜 사용하므로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결국 구조체 변수를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로드하는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동안 메모리를 읽는 시간이 더 듭니다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 결과 프로그램이 느려집니다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압축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 내부에 저장할 텍스트 데이터가 많을 때 효과적인 기법입니다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7544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145206-2DAA-5408-B095-5CF380B839FB}"/>
              </a:ext>
            </a:extLst>
          </p:cNvPr>
          <p:cNvSpPr txBox="1"/>
          <p:nvPr/>
        </p:nvSpPr>
        <p:spPr>
          <a:xfrm>
            <a:off x="796470" y="414291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5.3.1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메모리가 제한된 환경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5D4E1-1980-AD1F-E5FD-AC58642BD3CB}"/>
              </a:ext>
            </a:extLst>
          </p:cNvPr>
          <p:cNvSpPr txBox="1"/>
          <p:nvPr/>
        </p:nvSpPr>
        <p:spPr>
          <a:xfrm>
            <a:off x="796469" y="1086561"/>
            <a:ext cx="10669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외부 데이터 저장소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네트워크 서비스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클라우드 인프라 등의 형태로 외부 데이터 저장소를 사용하는 일은 메모리 부족 문제를 해결하는 매우 흔하고 유용한 기법입니다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일반적으로 이 기술은 메모리가 메인 저장소가 아닌 캐시 메모리의 역할을 한다고 가정합니다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메모리에 데이터 전체를 저장할 순 없으며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언제든 데이터의 일부나 페이지만 메모리에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로드할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 있다고 가정합니다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이런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알고리듬은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메모리 용량이 적다는 문제를 직접 다루진 않지만 느린 외부 데이터 저장소와 같은 다른 문제를 해결하려 시도합니다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postgreSQL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이나 오라클 같은 모든 데이터 서비스가 이 기술을 사용합니다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7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AEC07E-D5FE-FD88-12F2-B502B3B83310}"/>
              </a:ext>
            </a:extLst>
          </p:cNvPr>
          <p:cNvSpPr txBox="1"/>
          <p:nvPr/>
        </p:nvSpPr>
        <p:spPr>
          <a:xfrm>
            <a:off x="706457" y="429807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5.3.2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성능이 더 나은 환경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3F092-0DD9-AEA1-159B-5FE6D1091046}"/>
              </a:ext>
            </a:extLst>
          </p:cNvPr>
          <p:cNvSpPr txBox="1"/>
          <p:nvPr/>
        </p:nvSpPr>
        <p:spPr>
          <a:xfrm>
            <a:off x="706457" y="985024"/>
            <a:ext cx="1066903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성능을 향상하기 위해 캐시를 사용하는 것이 직관적인 예시에 해당합니다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데이터를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캐싱한다는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것은 더 많은 메모리를 소비한다는 의미이지만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캐시가 적절이 사용된다면 더 나은 성능을 기대할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캐싱은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두 데이터 저장소가 서로 읽기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쓰기 속도가 다를 때 컴퓨터 시스템의 많은 부분에서 사용되는 모든 비슷한 기법을 가리키는 일반적인 용어입니다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 빠르지만 더 작은 저장소를 캐시라고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빠른 저장소보다 더 느린 저장소에서 항목을 가져오고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더 빠른 저장소에서 해당 항목을 처리하는 편이 합리적이지만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단지 빠르기 때문에 캐시를 사용합니다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만약 캐시에서 항목을 찾았다면 느린 저장소에서 항목을 가져올 필요가 없기에 이를 적중이라고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만약 반대로 캐시 저장소에서 항목이 없다면 느린 저장소로 가야하고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캐시 메모리 내에서 다른 항목들에 대한 버킷을 읽어야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이를 실패라고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캐시는 메인 메모리로부터 최근 명령어와 데이터를 저장하는데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 메모리는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캐시 메모리에 비해 느립니다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787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AEC07E-D5FE-FD88-12F2-B502B3B83310}"/>
              </a:ext>
            </a:extLst>
          </p:cNvPr>
          <p:cNvSpPr txBox="1"/>
          <p:nvPr/>
        </p:nvSpPr>
        <p:spPr>
          <a:xfrm>
            <a:off x="706457" y="429807"/>
            <a:ext cx="106690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5.3.2 </a:t>
            </a:r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성능이 더 나은 환경</a:t>
            </a:r>
            <a:endParaRPr lang="en-US" altLang="ko-KR" sz="20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3F092-0DD9-AEA1-159B-5FE6D1091046}"/>
              </a:ext>
            </a:extLst>
          </p:cNvPr>
          <p:cNvSpPr txBox="1"/>
          <p:nvPr/>
        </p:nvSpPr>
        <p:spPr>
          <a:xfrm>
            <a:off x="706457" y="985024"/>
            <a:ext cx="106690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명령어를 실행할 때는 우선 필요한 데이터를 모두 가져옵니다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데이터는 메인 메모리의 특정 주소에 저장되며 이 주소는 명령어에 의해 결정됩니다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연산하기 전 데이터는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레지스터로 전송되어야 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하지만 보통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가져와야 한다고 예상하는 것보다 더 많은 블록을 가져와 캐시에 넣습니다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 다음으로 어떤 값에서 이전의 주소에 대한 근접성이 필요하다면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값은 캐시 내에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존재해야하고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CPU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메이니 메모리 대신 캐시를 사용할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방식은 메인 메모리로부터 값을 읽는 것보다 훨씬  빠릅니다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컴퓨터 시스템에서는 보통 같은 이웃에 위치한 데이터가 더 자주 접근된다고 관찰합니다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그래서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는 이 원리에 따라 지역 참조로부터 더 많이 데이터를 가져옵니다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알고리듬을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잘 활용한다면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CPU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알고리듬을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더 빨리 실행할 수 있습니다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이런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알고리듬을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캐시 친화적 </a:t>
            </a:r>
            <a:r>
              <a:rPr lang="ko-KR" altLang="en-US" sz="2000" dirty="0" err="1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알고리듬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말합니다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571916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2976</TotalTime>
  <Words>1703</Words>
  <Application>Microsoft Office PowerPoint</Application>
  <PresentationFormat>와이드스크린</PresentationFormat>
  <Paragraphs>136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나눔스퀘어 ExtraBold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최 한결</cp:lastModifiedBy>
  <cp:revision>65</cp:revision>
  <dcterms:created xsi:type="dcterms:W3CDTF">2022-05-16T14:54:44Z</dcterms:created>
  <dcterms:modified xsi:type="dcterms:W3CDTF">2023-04-14T06:43:09Z</dcterms:modified>
</cp:coreProperties>
</file>